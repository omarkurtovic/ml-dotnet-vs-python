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70" r:id="rId3"/>
    <p:sldId id="262" r:id="rId4"/>
    <p:sldId id="266" r:id="rId5"/>
    <p:sldId id="267" r:id="rId6"/>
    <p:sldId id="271" r:id="rId7"/>
    <p:sldId id="26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AFC"/>
    <a:srgbClr val="256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56121" autoAdjust="0"/>
  </p:normalViewPr>
  <p:slideViewPr>
    <p:cSldViewPr snapToGrid="0">
      <p:cViewPr varScale="1">
        <p:scale>
          <a:sx n="87" d="100"/>
          <a:sy n="87" d="100"/>
        </p:scale>
        <p:origin x="314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5A90D3-49B2-4DF6-BAF7-8B743C4BA0C6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00A785-91A4-4858-91F9-18C65D64E1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475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dirty="0"/>
              <a:t>Graf </a:t>
            </a:r>
            <a:r>
              <a:rPr lang="en-US" dirty="0" err="1"/>
              <a:t>prikazuje</a:t>
            </a:r>
            <a:r>
              <a:rPr lang="en-US" dirty="0"/>
              <a:t> </a:t>
            </a:r>
            <a:r>
              <a:rPr lang="en-US" dirty="0" err="1"/>
              <a:t>koliko</a:t>
            </a:r>
            <a:r>
              <a:rPr lang="en-US" dirty="0"/>
              <a:t> Python </a:t>
            </a:r>
            <a:r>
              <a:rPr lang="en-US" dirty="0" err="1"/>
              <a:t>dominira</a:t>
            </a:r>
            <a:r>
              <a:rPr lang="en-US" dirty="0"/>
              <a:t> u </a:t>
            </a:r>
            <a:r>
              <a:rPr lang="en-US" dirty="0" err="1"/>
              <a:t>području</a:t>
            </a:r>
            <a:r>
              <a:rPr lang="en-US" dirty="0"/>
              <a:t> </a:t>
            </a:r>
            <a:r>
              <a:rPr lang="en-US" dirty="0" err="1"/>
              <a:t>mašinskog</a:t>
            </a:r>
            <a:r>
              <a:rPr lang="en-US" dirty="0"/>
              <a:t> </a:t>
            </a:r>
            <a:r>
              <a:rPr lang="en-US" dirty="0" err="1"/>
              <a:t>učenja</a:t>
            </a:r>
            <a:r>
              <a:rPr lang="en-US" dirty="0"/>
              <a:t>.</a:t>
            </a:r>
          </a:p>
          <a:p>
            <a:pPr rtl="0"/>
            <a:r>
              <a:rPr lang="en-US" dirty="0" err="1"/>
              <a:t>Dodatna</a:t>
            </a:r>
            <a:r>
              <a:rPr lang="en-US" dirty="0"/>
              <a:t> </a:t>
            </a:r>
            <a:r>
              <a:rPr lang="en-US" dirty="0" err="1"/>
              <a:t>kompleksnost</a:t>
            </a:r>
            <a:r>
              <a:rPr lang="en-US" dirty="0"/>
              <a:t> </a:t>
            </a:r>
            <a:r>
              <a:rPr lang="en-US" dirty="0" err="1"/>
              <a:t>odnosi</a:t>
            </a:r>
            <a:r>
              <a:rPr lang="en-US" dirty="0"/>
              <a:t> se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uvođenje</a:t>
            </a:r>
            <a:r>
              <a:rPr lang="en-US" dirty="0"/>
              <a:t> </a:t>
            </a:r>
            <a:r>
              <a:rPr lang="en-US" dirty="0" err="1"/>
              <a:t>još</a:t>
            </a:r>
            <a:r>
              <a:rPr lang="en-US" dirty="0"/>
              <a:t> </a:t>
            </a:r>
            <a:r>
              <a:rPr lang="en-US" dirty="0" err="1"/>
              <a:t>jednog</a:t>
            </a:r>
            <a:r>
              <a:rPr lang="en-US" dirty="0"/>
              <a:t> </a:t>
            </a:r>
            <a:r>
              <a:rPr lang="en-US" dirty="0" err="1"/>
              <a:t>programskog</a:t>
            </a:r>
            <a:r>
              <a:rPr lang="en-US" dirty="0"/>
              <a:t> </a:t>
            </a:r>
            <a:r>
              <a:rPr lang="en-US" dirty="0" err="1"/>
              <a:t>jezika</a:t>
            </a:r>
            <a:r>
              <a:rPr lang="en-US" dirty="0"/>
              <a:t> u </a:t>
            </a:r>
            <a:r>
              <a:rPr lang="en-US" dirty="0" err="1"/>
              <a:t>postojeći</a:t>
            </a:r>
            <a:r>
              <a:rPr lang="en-US" dirty="0"/>
              <a:t> </a:t>
            </a:r>
            <a:r>
              <a:rPr lang="en-US" dirty="0" err="1"/>
              <a:t>ekosistem</a:t>
            </a:r>
            <a:r>
              <a:rPr lang="en-US" dirty="0"/>
              <a:t>. To </a:t>
            </a:r>
            <a:r>
              <a:rPr lang="en-US" dirty="0" err="1"/>
              <a:t>znači</a:t>
            </a:r>
            <a:r>
              <a:rPr lang="en-US" dirty="0"/>
              <a:t> </a:t>
            </a:r>
            <a:r>
              <a:rPr lang="en-US" dirty="0" err="1"/>
              <a:t>komunikacijski</a:t>
            </a:r>
            <a:r>
              <a:rPr lang="en-US" dirty="0"/>
              <a:t> </a:t>
            </a:r>
            <a:r>
              <a:rPr lang="en-US" dirty="0" err="1"/>
              <a:t>sloj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postojećeg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novog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 (REST, </a:t>
            </a:r>
            <a:r>
              <a:rPr lang="en-US" dirty="0" err="1"/>
              <a:t>gRPC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IPC) </a:t>
            </a:r>
            <a:r>
              <a:rPr lang="en-US" dirty="0" err="1"/>
              <a:t>umjesto</a:t>
            </a:r>
            <a:r>
              <a:rPr lang="en-US" dirty="0"/>
              <a:t> </a:t>
            </a:r>
            <a:r>
              <a:rPr lang="en-US" dirty="0" err="1"/>
              <a:t>direktnog</a:t>
            </a:r>
            <a:r>
              <a:rPr lang="en-US" dirty="0"/>
              <a:t> </a:t>
            </a:r>
            <a:r>
              <a:rPr lang="en-US" dirty="0" err="1"/>
              <a:t>poziva</a:t>
            </a:r>
            <a:r>
              <a:rPr lang="en-US" dirty="0"/>
              <a:t> u </a:t>
            </a:r>
            <a:r>
              <a:rPr lang="en-US" dirty="0" err="1"/>
              <a:t>istom</a:t>
            </a:r>
            <a:r>
              <a:rPr lang="en-US" dirty="0"/>
              <a:t> </a:t>
            </a:r>
            <a:r>
              <a:rPr lang="en-US" dirty="0" err="1"/>
              <a:t>procesu</a:t>
            </a:r>
            <a:r>
              <a:rPr lang="en-US" dirty="0"/>
              <a:t>. </a:t>
            </a:r>
            <a:r>
              <a:rPr lang="en-US" dirty="0" err="1"/>
              <a:t>Znači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drugi</a:t>
            </a:r>
            <a:r>
              <a:rPr lang="en-US" dirty="0"/>
              <a:t> runtime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drugi</a:t>
            </a:r>
            <a:r>
              <a:rPr lang="en-US" dirty="0"/>
              <a:t> </a:t>
            </a:r>
            <a:r>
              <a:rPr lang="en-US" dirty="0" err="1"/>
              <a:t>lanac</a:t>
            </a:r>
            <a:r>
              <a:rPr lang="en-US" dirty="0"/>
              <a:t> </a:t>
            </a:r>
            <a:r>
              <a:rPr lang="en-US" dirty="0" err="1"/>
              <a:t>zavisnosti</a:t>
            </a:r>
            <a:r>
              <a:rPr lang="en-US" dirty="0"/>
              <a:t> — pip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venv</a:t>
            </a:r>
            <a:r>
              <a:rPr lang="en-US" dirty="0"/>
              <a:t> pored NuGet-a —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odvojen</a:t>
            </a:r>
            <a:r>
              <a:rPr lang="en-US" dirty="0"/>
              <a:t> deployment </a:t>
            </a:r>
            <a:r>
              <a:rPr lang="en-US" dirty="0" err="1"/>
              <a:t>i</a:t>
            </a:r>
            <a:r>
              <a:rPr lang="en-US" dirty="0"/>
              <a:t> CI. Na </a:t>
            </a:r>
            <a:r>
              <a:rPr lang="en-US" dirty="0" err="1"/>
              <a:t>kraju</a:t>
            </a:r>
            <a:r>
              <a:rPr lang="en-US" dirty="0"/>
              <a:t>, </a:t>
            </a:r>
            <a:r>
              <a:rPr lang="en-US" dirty="0" err="1"/>
              <a:t>znači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vrijeme</a:t>
            </a:r>
            <a:r>
              <a:rPr lang="en-US" dirty="0"/>
              <a:t> da </a:t>
            </a:r>
            <a:r>
              <a:rPr lang="en-US" dirty="0" err="1"/>
              <a:t>postojeći</a:t>
            </a:r>
            <a:r>
              <a:rPr lang="en-US" dirty="0"/>
              <a:t> </a:t>
            </a:r>
            <a:r>
              <a:rPr lang="en-US" dirty="0" err="1"/>
              <a:t>developeri</a:t>
            </a:r>
            <a:r>
              <a:rPr lang="en-US" dirty="0"/>
              <a:t> </a:t>
            </a:r>
            <a:r>
              <a:rPr lang="en-US" dirty="0" err="1"/>
              <a:t>nauče</a:t>
            </a:r>
            <a:r>
              <a:rPr lang="en-US" dirty="0"/>
              <a:t> Python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zapošljavanje</a:t>
            </a:r>
            <a:r>
              <a:rPr lang="en-US" dirty="0"/>
              <a:t> </a:t>
            </a:r>
            <a:r>
              <a:rPr lang="en-US" dirty="0" err="1"/>
              <a:t>novih</a:t>
            </a:r>
            <a:r>
              <a:rPr lang="en-US" dirty="0"/>
              <a:t>. </a:t>
            </a:r>
            <a:r>
              <a:rPr lang="en-US" dirty="0" err="1"/>
              <a:t>Čitava</a:t>
            </a:r>
            <a:r>
              <a:rPr lang="en-US" dirty="0"/>
              <a:t> ta </a:t>
            </a:r>
            <a:r>
              <a:rPr lang="en-US" dirty="0" err="1"/>
              <a:t>integracija</a:t>
            </a:r>
            <a:r>
              <a:rPr lang="en-US" dirty="0"/>
              <a:t> </a:t>
            </a:r>
            <a:r>
              <a:rPr lang="en-US" dirty="0" err="1"/>
              <a:t>košta</a:t>
            </a:r>
            <a:r>
              <a:rPr lang="en-US" dirty="0"/>
              <a:t>. </a:t>
            </a:r>
            <a:r>
              <a:rPr lang="en-US" dirty="0" err="1"/>
              <a:t>Ako</a:t>
            </a:r>
            <a:r>
              <a:rPr lang="en-US" dirty="0"/>
              <a:t> se </a:t>
            </a:r>
            <a:r>
              <a:rPr lang="en-US" dirty="0" err="1"/>
              <a:t>sve</a:t>
            </a:r>
            <a:r>
              <a:rPr lang="en-US" dirty="0"/>
              <a:t> </a:t>
            </a:r>
            <a:r>
              <a:rPr lang="en-US" dirty="0" err="1"/>
              <a:t>može</a:t>
            </a:r>
            <a:r>
              <a:rPr lang="en-US" dirty="0"/>
              <a:t> </a:t>
            </a:r>
            <a:r>
              <a:rPr lang="en-US" dirty="0" err="1"/>
              <a:t>zadržati</a:t>
            </a:r>
            <a:r>
              <a:rPr lang="en-US" dirty="0"/>
              <a:t> u </a:t>
            </a:r>
            <a:r>
              <a:rPr lang="en-US" dirty="0" err="1"/>
              <a:t>istom</a:t>
            </a:r>
            <a:r>
              <a:rPr lang="en-US" dirty="0"/>
              <a:t> </a:t>
            </a:r>
            <a:r>
              <a:rPr lang="en-US" dirty="0" err="1"/>
              <a:t>ekosistemu</a:t>
            </a:r>
            <a:r>
              <a:rPr lang="en-US" dirty="0"/>
              <a:t>, </a:t>
            </a:r>
            <a:r>
              <a:rPr lang="en-US" dirty="0" err="1"/>
              <a:t>tih</a:t>
            </a:r>
            <a:r>
              <a:rPr lang="en-US" dirty="0"/>
              <a:t> </a:t>
            </a:r>
            <a:r>
              <a:rPr lang="en-US" dirty="0" err="1"/>
              <a:t>troškova</a:t>
            </a:r>
            <a:r>
              <a:rPr lang="en-US" dirty="0"/>
              <a:t> </a:t>
            </a:r>
            <a:r>
              <a:rPr lang="en-US" dirty="0" err="1"/>
              <a:t>nema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00A785-91A4-4858-91F9-18C65D64E1E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1559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 err="1"/>
              <a:t>Jednostavnost</a:t>
            </a:r>
            <a:r>
              <a:rPr lang="en-US" dirty="0"/>
              <a:t> </a:t>
            </a:r>
            <a:r>
              <a:rPr lang="en-US" dirty="0" err="1"/>
              <a:t>implementacije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Nije</a:t>
            </a:r>
            <a:r>
              <a:rPr lang="en-US" dirty="0"/>
              <a:t> </a:t>
            </a:r>
            <a:r>
              <a:rPr lang="en-US" dirty="0" err="1"/>
              <a:t>mjereno</a:t>
            </a:r>
            <a:r>
              <a:rPr lang="en-US" dirty="0"/>
              <a:t> </a:t>
            </a:r>
            <a:r>
              <a:rPr lang="en-US" dirty="0" err="1"/>
              <a:t>brojčano</a:t>
            </a:r>
            <a:r>
              <a:rPr lang="en-US" dirty="0"/>
              <a:t>, </a:t>
            </a:r>
            <a:r>
              <a:rPr lang="en-US" dirty="0" err="1"/>
              <a:t>nego</a:t>
            </a:r>
            <a:r>
              <a:rPr lang="en-US" dirty="0"/>
              <a:t> </a:t>
            </a:r>
            <a:r>
              <a:rPr lang="en-US" dirty="0" err="1"/>
              <a:t>kvalitativno</a:t>
            </a:r>
            <a:r>
              <a:rPr lang="en-US" dirty="0"/>
              <a:t>, </a:t>
            </a:r>
            <a:r>
              <a:rPr lang="en-US" dirty="0" err="1"/>
              <a:t>kroz</a:t>
            </a:r>
            <a:r>
              <a:rPr lang="en-US" dirty="0"/>
              <a:t> </a:t>
            </a:r>
            <a:r>
              <a:rPr lang="en-US" dirty="0" err="1"/>
              <a:t>razvojno</a:t>
            </a:r>
            <a:r>
              <a:rPr lang="en-US" dirty="0"/>
              <a:t> </a:t>
            </a:r>
            <a:r>
              <a:rPr lang="en-US" dirty="0" err="1"/>
              <a:t>iskustvo</a:t>
            </a:r>
            <a:r>
              <a:rPr lang="en-US" dirty="0"/>
              <a:t>: za </a:t>
            </a:r>
            <a:r>
              <a:rPr lang="en-US" dirty="0" err="1"/>
              <a:t>PyTorch</a:t>
            </a:r>
            <a:r>
              <a:rPr lang="en-US" dirty="0"/>
              <a:t> je </a:t>
            </a:r>
            <a:r>
              <a:rPr lang="en-US" dirty="0" err="1"/>
              <a:t>referentna</a:t>
            </a:r>
            <a:r>
              <a:rPr lang="en-US" dirty="0"/>
              <a:t> </a:t>
            </a:r>
            <a:r>
              <a:rPr lang="en-US" dirty="0" err="1"/>
              <a:t>implementacija</a:t>
            </a:r>
            <a:r>
              <a:rPr lang="en-US" dirty="0"/>
              <a:t> </a:t>
            </a:r>
            <a:r>
              <a:rPr lang="en-US" dirty="0" err="1"/>
              <a:t>postojala</a:t>
            </a:r>
            <a:r>
              <a:rPr lang="en-US" dirty="0"/>
              <a:t> u </a:t>
            </a:r>
            <a:r>
              <a:rPr lang="en-US" dirty="0" err="1"/>
              <a:t>zvaničnoj</a:t>
            </a:r>
            <a:r>
              <a:rPr lang="en-US" dirty="0"/>
              <a:t> </a:t>
            </a:r>
            <a:r>
              <a:rPr lang="en-US" dirty="0" err="1"/>
              <a:t>dokumentaciji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tutorijalima</a:t>
            </a:r>
            <a:r>
              <a:rPr lang="en-US" dirty="0"/>
              <a:t>. Za </a:t>
            </a:r>
            <a:r>
              <a:rPr lang="en-US" dirty="0" err="1"/>
              <a:t>TorchSharp</a:t>
            </a:r>
            <a:r>
              <a:rPr lang="en-US" dirty="0"/>
              <a:t> za [</a:t>
            </a:r>
            <a:r>
              <a:rPr lang="en-US" dirty="0" err="1"/>
              <a:t>konkretno</a:t>
            </a:r>
            <a:r>
              <a:rPr lang="en-US" dirty="0"/>
              <a:t> X] </a:t>
            </a:r>
            <a:r>
              <a:rPr lang="en-US" dirty="0" err="1"/>
              <a:t>nije</a:t>
            </a:r>
            <a:r>
              <a:rPr lang="en-US" dirty="0"/>
              <a:t> </a:t>
            </a:r>
            <a:r>
              <a:rPr lang="en-US" dirty="0" err="1"/>
              <a:t>bilo</a:t>
            </a:r>
            <a:r>
              <a:rPr lang="en-US" dirty="0"/>
              <a:t> </a:t>
            </a:r>
            <a:r>
              <a:rPr lang="en-US" dirty="0" err="1"/>
              <a:t>primjera</a:t>
            </a:r>
            <a:r>
              <a:rPr lang="en-US" dirty="0"/>
              <a:t> </a:t>
            </a:r>
            <a:r>
              <a:rPr lang="en-US" dirty="0" err="1"/>
              <a:t>ni</a:t>
            </a:r>
            <a:r>
              <a:rPr lang="en-US" dirty="0"/>
              <a:t> u </a:t>
            </a:r>
            <a:r>
              <a:rPr lang="en-US" dirty="0" err="1"/>
              <a:t>zvaničnom</a:t>
            </a:r>
            <a:r>
              <a:rPr lang="en-US" dirty="0"/>
              <a:t> </a:t>
            </a:r>
            <a:r>
              <a:rPr lang="en-US" dirty="0" err="1"/>
              <a:t>repozitoriju</a:t>
            </a:r>
            <a:r>
              <a:rPr lang="en-US" dirty="0"/>
              <a:t> </a:t>
            </a:r>
            <a:r>
              <a:rPr lang="en-US" dirty="0" err="1"/>
              <a:t>ni</a:t>
            </a:r>
            <a:r>
              <a:rPr lang="en-US" dirty="0"/>
              <a:t> u </a:t>
            </a:r>
            <a:r>
              <a:rPr lang="en-US" dirty="0" err="1"/>
              <a:t>dokumentaciji</a:t>
            </a:r>
            <a:r>
              <a:rPr lang="en-US" dirty="0"/>
              <a:t>, pa </a:t>
            </a:r>
            <a:r>
              <a:rPr lang="en-US" dirty="0" err="1"/>
              <a:t>sam</a:t>
            </a:r>
            <a:r>
              <a:rPr lang="en-US" dirty="0"/>
              <a:t> </a:t>
            </a:r>
            <a:r>
              <a:rPr lang="en-US" dirty="0" err="1"/>
              <a:t>rješenje</a:t>
            </a:r>
            <a:r>
              <a:rPr lang="en-US" dirty="0"/>
              <a:t> </a:t>
            </a:r>
            <a:r>
              <a:rPr lang="en-US" dirty="0" err="1"/>
              <a:t>rekonstruisao</a:t>
            </a:r>
            <a:r>
              <a:rPr lang="en-US" dirty="0"/>
              <a:t> </a:t>
            </a:r>
            <a:r>
              <a:rPr lang="en-US" dirty="0" err="1"/>
              <a:t>iz</a:t>
            </a:r>
            <a:r>
              <a:rPr lang="en-US" dirty="0"/>
              <a:t> </a:t>
            </a:r>
            <a:r>
              <a:rPr lang="en-US" dirty="0" err="1"/>
              <a:t>izvora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stranom</a:t>
            </a:r>
            <a:r>
              <a:rPr lang="en-US" dirty="0"/>
              <a:t> </a:t>
            </a:r>
            <a:r>
              <a:rPr lang="en-US" dirty="0" err="1"/>
              <a:t>jeziku</a:t>
            </a:r>
            <a:r>
              <a:rPr lang="en-US" dirty="0"/>
              <a:t>. </a:t>
            </a:r>
            <a:r>
              <a:rPr lang="en-US" dirty="0" err="1"/>
              <a:t>Razlika</a:t>
            </a:r>
            <a:r>
              <a:rPr lang="en-US" dirty="0"/>
              <a:t> </a:t>
            </a:r>
            <a:r>
              <a:rPr lang="en-US" dirty="0" err="1"/>
              <a:t>nije</a:t>
            </a:r>
            <a:r>
              <a:rPr lang="en-US" dirty="0"/>
              <a:t> u </a:t>
            </a:r>
            <a:r>
              <a:rPr lang="en-US" dirty="0" err="1"/>
              <a:t>jeziku</a:t>
            </a:r>
            <a:r>
              <a:rPr lang="en-US" dirty="0"/>
              <a:t>, </a:t>
            </a:r>
            <a:r>
              <a:rPr lang="en-US" dirty="0" err="1"/>
              <a:t>nego</a:t>
            </a:r>
            <a:r>
              <a:rPr lang="en-US" dirty="0"/>
              <a:t> u </a:t>
            </a:r>
            <a:r>
              <a:rPr lang="en-US" dirty="0" err="1"/>
              <a:t>dostupnosti</a:t>
            </a:r>
            <a:r>
              <a:rPr lang="en-US" dirty="0"/>
              <a:t> </a:t>
            </a:r>
            <a:r>
              <a:rPr lang="en-US" dirty="0" err="1"/>
              <a:t>materijala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2. </a:t>
            </a:r>
            <a:r>
              <a:rPr lang="en-US" dirty="0" err="1"/>
              <a:t>Zašto</a:t>
            </a:r>
            <a:r>
              <a:rPr lang="en-US" dirty="0"/>
              <a:t> </a:t>
            </a:r>
            <a:r>
              <a:rPr lang="en-US" dirty="0" err="1"/>
              <a:t>rak</a:t>
            </a:r>
            <a:r>
              <a:rPr lang="en-US" dirty="0"/>
              <a:t> </a:t>
            </a:r>
            <a:r>
              <a:rPr lang="en-US" dirty="0" err="1"/>
              <a:t>pluća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Dataset je </a:t>
            </a:r>
            <a:r>
              <a:rPr lang="en-US" dirty="0" err="1"/>
              <a:t>javno</a:t>
            </a:r>
            <a:r>
              <a:rPr lang="en-US" dirty="0"/>
              <a:t> </a:t>
            </a:r>
            <a:r>
              <a:rPr lang="en-US" dirty="0" err="1"/>
              <a:t>dostupan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označen</a:t>
            </a:r>
            <a:r>
              <a:rPr lang="en-US" dirty="0"/>
              <a:t> — </a:t>
            </a:r>
            <a:r>
              <a:rPr lang="en-US" dirty="0" err="1"/>
              <a:t>što</a:t>
            </a:r>
            <a:r>
              <a:rPr lang="en-US" dirty="0"/>
              <a:t> je </a:t>
            </a:r>
            <a:r>
              <a:rPr lang="en-US" dirty="0" err="1"/>
              <a:t>uslov</a:t>
            </a:r>
            <a:r>
              <a:rPr lang="en-US" dirty="0"/>
              <a:t> za </a:t>
            </a:r>
            <a:r>
              <a:rPr lang="en-US" dirty="0" err="1"/>
              <a:t>reproducibilnost</a:t>
            </a:r>
            <a:r>
              <a:rPr lang="en-US" dirty="0"/>
              <a:t>. </a:t>
            </a:r>
            <a:r>
              <a:rPr lang="en-US" dirty="0" err="1"/>
              <a:t>Zadatak</a:t>
            </a:r>
            <a:r>
              <a:rPr lang="en-US" dirty="0"/>
              <a:t> je </a:t>
            </a:r>
            <a:r>
              <a:rPr lang="en-US" dirty="0" err="1"/>
              <a:t>klasifikacija</a:t>
            </a:r>
            <a:r>
              <a:rPr lang="en-US" dirty="0"/>
              <a:t> </a:t>
            </a:r>
            <a:r>
              <a:rPr lang="en-US" dirty="0" err="1"/>
              <a:t>slika</a:t>
            </a:r>
            <a:r>
              <a:rPr lang="en-US" dirty="0"/>
              <a:t> u tri </a:t>
            </a:r>
            <a:r>
              <a:rPr lang="en-US" dirty="0" err="1"/>
              <a:t>klase</a:t>
            </a:r>
            <a:r>
              <a:rPr lang="en-US" dirty="0"/>
              <a:t>, </a:t>
            </a:r>
            <a:r>
              <a:rPr lang="en-US" dirty="0" err="1"/>
              <a:t>dakle</a:t>
            </a:r>
            <a:r>
              <a:rPr lang="en-US" dirty="0"/>
              <a:t> CNN je </a:t>
            </a:r>
            <a:r>
              <a:rPr lang="en-US" dirty="0" err="1"/>
              <a:t>prirodan</a:t>
            </a:r>
            <a:r>
              <a:rPr lang="en-US" dirty="0"/>
              <a:t> </a:t>
            </a:r>
            <a:r>
              <a:rPr lang="en-US" dirty="0" err="1"/>
              <a:t>izbor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dobijaju</a:t>
            </a:r>
            <a:r>
              <a:rPr lang="en-US" dirty="0"/>
              <a:t> se </a:t>
            </a:r>
            <a:r>
              <a:rPr lang="en-US" dirty="0" err="1"/>
              <a:t>bogatije</a:t>
            </a:r>
            <a:r>
              <a:rPr lang="en-US" dirty="0"/>
              <a:t> </a:t>
            </a:r>
            <a:r>
              <a:rPr lang="en-US" dirty="0" err="1"/>
              <a:t>metrike</a:t>
            </a:r>
            <a:r>
              <a:rPr lang="en-US" dirty="0"/>
              <a:t> </a:t>
            </a:r>
            <a:r>
              <a:rPr lang="en-US" dirty="0" err="1"/>
              <a:t>nego</a:t>
            </a:r>
            <a:r>
              <a:rPr lang="en-US" dirty="0"/>
              <a:t> </a:t>
            </a:r>
            <a:r>
              <a:rPr lang="en-US" dirty="0" err="1"/>
              <a:t>kod</a:t>
            </a:r>
            <a:r>
              <a:rPr lang="en-US" dirty="0"/>
              <a:t> </a:t>
            </a:r>
            <a:r>
              <a:rPr lang="en-US" dirty="0" err="1"/>
              <a:t>binarnog</a:t>
            </a:r>
            <a:r>
              <a:rPr lang="en-US" dirty="0"/>
              <a:t> </a:t>
            </a:r>
            <a:r>
              <a:rPr lang="en-US" dirty="0" err="1"/>
              <a:t>problema</a:t>
            </a:r>
            <a:r>
              <a:rPr lang="en-US" dirty="0"/>
              <a:t>. </a:t>
            </a:r>
            <a:r>
              <a:rPr lang="en-US" dirty="0" err="1"/>
              <a:t>Veličina</a:t>
            </a:r>
            <a:r>
              <a:rPr lang="en-US" dirty="0"/>
              <a:t> je </a:t>
            </a:r>
            <a:r>
              <a:rPr lang="en-US" dirty="0" err="1"/>
              <a:t>takva</a:t>
            </a:r>
            <a:r>
              <a:rPr lang="en-US" dirty="0"/>
              <a:t> da se </a:t>
            </a:r>
            <a:r>
              <a:rPr lang="en-US" dirty="0" err="1"/>
              <a:t>trening</a:t>
            </a:r>
            <a:r>
              <a:rPr lang="en-US" dirty="0"/>
              <a:t> </a:t>
            </a:r>
            <a:r>
              <a:rPr lang="en-US" dirty="0" err="1"/>
              <a:t>može</a:t>
            </a:r>
            <a:r>
              <a:rPr lang="en-US" dirty="0"/>
              <a:t> </a:t>
            </a:r>
            <a:r>
              <a:rPr lang="en-US" dirty="0" err="1"/>
              <a:t>ponoviti</a:t>
            </a:r>
            <a:r>
              <a:rPr lang="en-US" dirty="0"/>
              <a:t> </a:t>
            </a:r>
            <a:r>
              <a:rPr lang="en-US" dirty="0" err="1"/>
              <a:t>šest</a:t>
            </a:r>
            <a:r>
              <a:rPr lang="en-US" dirty="0"/>
              <a:t> puta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dostupnom</a:t>
            </a:r>
            <a:r>
              <a:rPr lang="en-US" dirty="0"/>
              <a:t> </a:t>
            </a:r>
            <a:r>
              <a:rPr lang="en-US" dirty="0" err="1"/>
              <a:t>hardveru</a:t>
            </a:r>
            <a:r>
              <a:rPr lang="en-US" dirty="0"/>
              <a:t>. I </a:t>
            </a:r>
            <a:r>
              <a:rPr lang="en-US" dirty="0" err="1"/>
              <a:t>postoji</a:t>
            </a:r>
            <a:r>
              <a:rPr lang="en-US" dirty="0"/>
              <a:t> </a:t>
            </a:r>
            <a:r>
              <a:rPr lang="en-US" dirty="0" err="1"/>
              <a:t>veliki</a:t>
            </a:r>
            <a:r>
              <a:rPr lang="en-US" dirty="0"/>
              <a:t> </a:t>
            </a:r>
            <a:r>
              <a:rPr lang="en-US" dirty="0" err="1"/>
              <a:t>broj</a:t>
            </a:r>
            <a:r>
              <a:rPr lang="en-US" dirty="0"/>
              <a:t> </a:t>
            </a:r>
            <a:r>
              <a:rPr lang="en-US" dirty="0" err="1"/>
              <a:t>objavljenih</a:t>
            </a:r>
            <a:r>
              <a:rPr lang="en-US" dirty="0"/>
              <a:t> </a:t>
            </a:r>
            <a:r>
              <a:rPr lang="en-US" dirty="0" err="1"/>
              <a:t>implementacija</a:t>
            </a:r>
            <a:r>
              <a:rPr lang="en-US" dirty="0"/>
              <a:t>, pa </a:t>
            </a:r>
            <a:r>
              <a:rPr lang="en-US" dirty="0" err="1"/>
              <a:t>sam</a:t>
            </a:r>
            <a:r>
              <a:rPr lang="en-US" dirty="0"/>
              <a:t> </a:t>
            </a:r>
            <a:r>
              <a:rPr lang="en-US" dirty="0" err="1"/>
              <a:t>mogao</a:t>
            </a:r>
            <a:r>
              <a:rPr lang="en-US" dirty="0"/>
              <a:t> </a:t>
            </a:r>
            <a:r>
              <a:rPr lang="en-US" dirty="0" err="1"/>
              <a:t>provjeriti</a:t>
            </a:r>
            <a:r>
              <a:rPr lang="en-US" dirty="0"/>
              <a:t> da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moji</a:t>
            </a:r>
            <a:r>
              <a:rPr lang="en-US" dirty="0"/>
              <a:t> </a:t>
            </a:r>
            <a:r>
              <a:rPr lang="en-US" dirty="0" err="1"/>
              <a:t>rezultati</a:t>
            </a:r>
            <a:r>
              <a:rPr lang="en-US" dirty="0"/>
              <a:t> u </a:t>
            </a:r>
            <a:r>
              <a:rPr lang="en-US" dirty="0" err="1"/>
              <a:t>očekivanom</a:t>
            </a:r>
            <a:r>
              <a:rPr lang="en-US" dirty="0"/>
              <a:t> </a:t>
            </a:r>
            <a:r>
              <a:rPr lang="en-US" dirty="0" err="1"/>
              <a:t>rasponu</a:t>
            </a:r>
            <a:r>
              <a:rPr lang="en-US" dirty="0"/>
              <a:t> —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znači</a:t>
            </a:r>
            <a:r>
              <a:rPr lang="en-US" dirty="0"/>
              <a:t> da </a:t>
            </a:r>
            <a:r>
              <a:rPr lang="en-US" dirty="0" err="1"/>
              <a:t>eventualne</a:t>
            </a:r>
            <a:r>
              <a:rPr lang="en-US" dirty="0"/>
              <a:t> </a:t>
            </a:r>
            <a:r>
              <a:rPr lang="en-US" dirty="0" err="1"/>
              <a:t>razlike</a:t>
            </a:r>
            <a:r>
              <a:rPr lang="en-US" dirty="0"/>
              <a:t> </a:t>
            </a:r>
            <a:r>
              <a:rPr lang="en-US" dirty="0" err="1"/>
              <a:t>dolaze</a:t>
            </a:r>
            <a:r>
              <a:rPr lang="en-US" dirty="0"/>
              <a:t> od </a:t>
            </a:r>
            <a:r>
              <a:rPr lang="en-US" dirty="0" err="1"/>
              <a:t>okruženja</a:t>
            </a:r>
            <a:r>
              <a:rPr lang="en-US" dirty="0"/>
              <a:t>, a ne od </a:t>
            </a:r>
            <a:r>
              <a:rPr lang="en-US" dirty="0" err="1"/>
              <a:t>pogrešno</a:t>
            </a:r>
            <a:r>
              <a:rPr lang="en-US" dirty="0"/>
              <a:t> </a:t>
            </a:r>
            <a:r>
              <a:rPr lang="en-US" dirty="0" err="1"/>
              <a:t>postavljenog</a:t>
            </a:r>
            <a:r>
              <a:rPr lang="en-US" dirty="0"/>
              <a:t> </a:t>
            </a:r>
            <a:r>
              <a:rPr lang="en-US" dirty="0" err="1"/>
              <a:t>modela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3. </a:t>
            </a:r>
            <a:r>
              <a:rPr lang="en-US"/>
              <a:t>Transfer learning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00A785-91A4-4858-91F9-18C65D64E1E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476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dirty="0" err="1"/>
              <a:t>Zašto</a:t>
            </a:r>
            <a:r>
              <a:rPr lang="en-US" b="0" dirty="0"/>
              <a:t> </a:t>
            </a:r>
            <a:r>
              <a:rPr lang="en-US" b="0" dirty="0" err="1"/>
              <a:t>baš</a:t>
            </a:r>
            <a:r>
              <a:rPr lang="en-US" b="0" dirty="0"/>
              <a:t> </a:t>
            </a:r>
            <a:r>
              <a:rPr lang="en-US" b="0" dirty="0" err="1"/>
              <a:t>PyTorch</a:t>
            </a:r>
            <a:r>
              <a:rPr lang="en-US" b="0" dirty="0"/>
              <a:t> </a:t>
            </a:r>
            <a:r>
              <a:rPr lang="en-US" b="0" dirty="0" err="1"/>
              <a:t>i</a:t>
            </a:r>
            <a:r>
              <a:rPr lang="en-US" b="0" dirty="0"/>
              <a:t> </a:t>
            </a:r>
            <a:r>
              <a:rPr lang="en-US" b="0" dirty="0" err="1"/>
              <a:t>TorchSharp</a:t>
            </a:r>
            <a:r>
              <a:rPr lang="en-US" b="0" dirty="0"/>
              <a:t>?</a:t>
            </a:r>
            <a:br>
              <a:rPr lang="en-US" dirty="0"/>
            </a:br>
            <a:r>
              <a:rPr lang="en-US" dirty="0" err="1"/>
              <a:t>Implementacija</a:t>
            </a:r>
            <a:r>
              <a:rPr lang="en-US" dirty="0"/>
              <a:t> je </a:t>
            </a:r>
            <a:r>
              <a:rPr lang="en-US" dirty="0" err="1"/>
              <a:t>bila</a:t>
            </a:r>
            <a:r>
              <a:rPr lang="en-US" dirty="0"/>
              <a:t> </a:t>
            </a:r>
            <a:r>
              <a:rPr lang="en-US" dirty="0" err="1"/>
              <a:t>moguća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u </a:t>
            </a:r>
            <a:r>
              <a:rPr lang="en-US" dirty="0" err="1"/>
              <a:t>drugim</a:t>
            </a:r>
            <a:r>
              <a:rPr lang="en-US" dirty="0"/>
              <a:t> </a:t>
            </a:r>
            <a:r>
              <a:rPr lang="en-US" dirty="0" err="1"/>
              <a:t>bibliotekama</a:t>
            </a:r>
            <a:r>
              <a:rPr lang="en-US" dirty="0"/>
              <a:t>, </a:t>
            </a:r>
            <a:r>
              <a:rPr lang="en-US" dirty="0" err="1"/>
              <a:t>poput</a:t>
            </a:r>
            <a:r>
              <a:rPr lang="en-US" dirty="0"/>
              <a:t> TensorFlow.NET, </a:t>
            </a:r>
            <a:r>
              <a:rPr lang="en-US" dirty="0" err="1"/>
              <a:t>ali</a:t>
            </a:r>
            <a:r>
              <a:rPr lang="en-US" dirty="0"/>
              <a:t> </a:t>
            </a:r>
            <a:r>
              <a:rPr lang="en-US" dirty="0" err="1"/>
              <a:t>TorchSharp</a:t>
            </a:r>
            <a:r>
              <a:rPr lang="en-US" dirty="0"/>
              <a:t> se </a:t>
            </a:r>
            <a:r>
              <a:rPr lang="en-US" dirty="0" err="1"/>
              <a:t>pokazao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najbolja</a:t>
            </a:r>
            <a:r>
              <a:rPr lang="en-US" dirty="0"/>
              <a:t> </a:t>
            </a:r>
            <a:r>
              <a:rPr lang="en-US" dirty="0" err="1"/>
              <a:t>opcija</a:t>
            </a:r>
            <a:r>
              <a:rPr lang="en-US" dirty="0"/>
              <a:t> </a:t>
            </a:r>
            <a:r>
              <a:rPr lang="en-US" dirty="0" err="1"/>
              <a:t>jer</a:t>
            </a:r>
            <a:r>
              <a:rPr lang="en-US" dirty="0"/>
              <a:t> </a:t>
            </a:r>
            <a:r>
              <a:rPr lang="en-US" dirty="0" err="1"/>
              <a:t>omogućava</a:t>
            </a:r>
            <a:r>
              <a:rPr lang="en-US" dirty="0"/>
              <a:t> </a:t>
            </a:r>
            <a:r>
              <a:rPr lang="en-US" dirty="0" err="1"/>
              <a:t>direktnu</a:t>
            </a:r>
            <a:r>
              <a:rPr lang="en-US" dirty="0"/>
              <a:t> </a:t>
            </a:r>
            <a:r>
              <a:rPr lang="en-US" dirty="0" err="1"/>
              <a:t>implementaciju</a:t>
            </a:r>
            <a:r>
              <a:rPr lang="en-US" dirty="0"/>
              <a:t> </a:t>
            </a:r>
            <a:r>
              <a:rPr lang="en-US" dirty="0" err="1"/>
              <a:t>neuronske</a:t>
            </a:r>
            <a:r>
              <a:rPr lang="en-US" dirty="0"/>
              <a:t> </a:t>
            </a:r>
            <a:r>
              <a:rPr lang="en-US" dirty="0" err="1"/>
              <a:t>mreže</a:t>
            </a:r>
            <a:r>
              <a:rPr lang="en-US" dirty="0"/>
              <a:t> </a:t>
            </a:r>
            <a:r>
              <a:rPr lang="en-US" dirty="0" err="1"/>
              <a:t>preko</a:t>
            </a:r>
            <a:r>
              <a:rPr lang="en-US" dirty="0"/>
              <a:t> </a:t>
            </a:r>
            <a:r>
              <a:rPr lang="en-US" dirty="0" err="1"/>
              <a:t>slojeva</a:t>
            </a:r>
            <a:r>
              <a:rPr lang="en-US" dirty="0"/>
              <a:t>, </a:t>
            </a:r>
            <a:r>
              <a:rPr lang="en-US" dirty="0" err="1"/>
              <a:t>vrlo</a:t>
            </a:r>
            <a:r>
              <a:rPr lang="en-US" dirty="0"/>
              <a:t> </a:t>
            </a:r>
            <a:r>
              <a:rPr lang="en-US" dirty="0" err="1"/>
              <a:t>slično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PyTorch</a:t>
            </a:r>
            <a:r>
              <a:rPr lang="en-US" dirty="0"/>
              <a:t>.</a:t>
            </a:r>
          </a:p>
          <a:p>
            <a:r>
              <a:rPr lang="en-US" dirty="0"/>
              <a:t>Da li </a:t>
            </a:r>
            <a:r>
              <a:rPr lang="en-US" dirty="0" err="1"/>
              <a:t>postoje</a:t>
            </a:r>
            <a:r>
              <a:rPr lang="en-US" dirty="0"/>
              <a:t> wrapper za </a:t>
            </a:r>
            <a:r>
              <a:rPr lang="en-US" dirty="0" err="1"/>
              <a:t>LibTorch</a:t>
            </a:r>
            <a:r>
              <a:rPr lang="en-US" dirty="0"/>
              <a:t> u </a:t>
            </a:r>
            <a:r>
              <a:rPr lang="en-US" dirty="0" err="1"/>
              <a:t>drugim</a:t>
            </a:r>
            <a:r>
              <a:rPr lang="en-US" dirty="0"/>
              <a:t> </a:t>
            </a:r>
            <a:r>
              <a:rPr lang="en-US" dirty="0" err="1"/>
              <a:t>jezicima</a:t>
            </a:r>
            <a:r>
              <a:rPr lang="en-US" dirty="0"/>
              <a:t>?</a:t>
            </a:r>
          </a:p>
          <a:p>
            <a:endParaRPr lang="en-US" dirty="0"/>
          </a:p>
          <a:p>
            <a:r>
              <a:rPr lang="pl-PL" b="0" dirty="0"/>
              <a:t>Postoje li omotači za LibTorch u drugim jezicima?</a:t>
            </a:r>
            <a:br>
              <a:rPr lang="en-US" dirty="0"/>
            </a:br>
            <a:r>
              <a:rPr lang="en-US" dirty="0"/>
              <a:t>Da, </a:t>
            </a:r>
            <a:r>
              <a:rPr lang="en-US" dirty="0" err="1"/>
              <a:t>postoje</a:t>
            </a:r>
            <a:r>
              <a:rPr lang="en-US" dirty="0"/>
              <a:t> — u </a:t>
            </a:r>
            <a:r>
              <a:rPr lang="en-US" dirty="0" err="1"/>
              <a:t>Javi</a:t>
            </a:r>
            <a:r>
              <a:rPr lang="en-US" dirty="0"/>
              <a:t>, </a:t>
            </a:r>
            <a:r>
              <a:rPr lang="en-US" dirty="0" err="1"/>
              <a:t>Rustu</a:t>
            </a:r>
            <a:r>
              <a:rPr lang="en-US" dirty="0"/>
              <a:t> (tch-</a:t>
            </a:r>
            <a:r>
              <a:rPr lang="en-US" dirty="0" err="1"/>
              <a:t>rs</a:t>
            </a:r>
            <a:r>
              <a:rPr lang="en-US" dirty="0"/>
              <a:t>), </a:t>
            </a:r>
            <a:r>
              <a:rPr lang="en-US" dirty="0" err="1"/>
              <a:t>JavaScriptu</a:t>
            </a:r>
            <a:r>
              <a:rPr lang="en-US" dirty="0"/>
              <a:t>. </a:t>
            </a:r>
            <a:r>
              <a:rPr lang="en-US" dirty="0" err="1"/>
              <a:t>Kako</a:t>
            </a:r>
            <a:r>
              <a:rPr lang="en-US" dirty="0"/>
              <a:t> je </a:t>
            </a:r>
            <a:r>
              <a:rPr lang="en-US" dirty="0" err="1"/>
              <a:t>pozadinska</a:t>
            </a:r>
            <a:r>
              <a:rPr lang="en-US" dirty="0"/>
              <a:t> </a:t>
            </a:r>
            <a:r>
              <a:rPr lang="en-US" dirty="0" err="1"/>
              <a:t>logika</a:t>
            </a:r>
            <a:r>
              <a:rPr lang="en-US" dirty="0"/>
              <a:t> </a:t>
            </a:r>
            <a:r>
              <a:rPr lang="en-US" dirty="0" err="1"/>
              <a:t>ista</a:t>
            </a:r>
            <a:r>
              <a:rPr lang="en-US" dirty="0"/>
              <a:t>, </a:t>
            </a:r>
            <a:r>
              <a:rPr lang="en-US" dirty="0" err="1"/>
              <a:t>omotač</a:t>
            </a:r>
            <a:r>
              <a:rPr lang="en-US" dirty="0"/>
              <a:t> </a:t>
            </a:r>
            <a:r>
              <a:rPr lang="en-US" dirty="0" err="1"/>
              <a:t>može</a:t>
            </a:r>
            <a:r>
              <a:rPr lang="en-US" dirty="0"/>
              <a:t> </a:t>
            </a:r>
            <a:r>
              <a:rPr lang="en-US" dirty="0" err="1"/>
              <a:t>biti</a:t>
            </a:r>
            <a:r>
              <a:rPr lang="en-US" dirty="0"/>
              <a:t> </a:t>
            </a:r>
            <a:r>
              <a:rPr lang="en-US" dirty="0" err="1"/>
              <a:t>napisan</a:t>
            </a:r>
            <a:r>
              <a:rPr lang="en-US" dirty="0"/>
              <a:t> u </a:t>
            </a:r>
            <a:r>
              <a:rPr lang="en-US" dirty="0" err="1"/>
              <a:t>bilo</a:t>
            </a:r>
            <a:r>
              <a:rPr lang="en-US" dirty="0"/>
              <a:t> </a:t>
            </a:r>
            <a:r>
              <a:rPr lang="en-US" dirty="0" err="1"/>
              <a:t>kojem</a:t>
            </a:r>
            <a:r>
              <a:rPr lang="en-US" dirty="0"/>
              <a:t> </a:t>
            </a:r>
            <a:r>
              <a:rPr lang="en-US" dirty="0" err="1"/>
              <a:t>programskom</a:t>
            </a:r>
            <a:r>
              <a:rPr lang="en-US" dirty="0"/>
              <a:t> </a:t>
            </a:r>
            <a:r>
              <a:rPr lang="en-US" dirty="0" err="1"/>
              <a:t>jeziku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00A785-91A4-4858-91F9-18C65D64E1E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077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b="1" dirty="0" err="1"/>
              <a:t>Kako</a:t>
            </a:r>
            <a:r>
              <a:rPr lang="en-US" b="1" dirty="0"/>
              <a:t> je </a:t>
            </a:r>
            <a:r>
              <a:rPr lang="en-US" b="1" dirty="0" err="1"/>
              <a:t>izdvojeno</a:t>
            </a:r>
            <a:r>
              <a:rPr lang="en-US" b="1" dirty="0"/>
              <a:t> </a:t>
            </a:r>
            <a:r>
              <a:rPr lang="en-US" b="1" dirty="0" err="1"/>
              <a:t>tih</a:t>
            </a:r>
            <a:r>
              <a:rPr lang="en-US" b="1" dirty="0"/>
              <a:t> 1097  </a:t>
            </a:r>
            <a:r>
              <a:rPr lang="en-US" b="1" dirty="0" err="1"/>
              <a:t>slika</a:t>
            </a:r>
            <a:r>
              <a:rPr lang="en-US" b="1" dirty="0"/>
              <a:t>?</a:t>
            </a:r>
            <a:br>
              <a:rPr lang="en-US" dirty="0"/>
            </a:br>
            <a:r>
              <a:rPr lang="en-US" dirty="0" err="1"/>
              <a:t>Svaki</a:t>
            </a:r>
            <a:r>
              <a:rPr lang="en-US" dirty="0"/>
              <a:t> </a:t>
            </a:r>
            <a:r>
              <a:rPr lang="en-US" dirty="0" err="1"/>
              <a:t>slučaj</a:t>
            </a:r>
            <a:r>
              <a:rPr lang="en-US" dirty="0"/>
              <a:t> </a:t>
            </a:r>
            <a:r>
              <a:rPr lang="en-US" dirty="0" err="1"/>
              <a:t>predstavlja</a:t>
            </a:r>
            <a:r>
              <a:rPr lang="en-US" dirty="0"/>
              <a:t> </a:t>
            </a:r>
            <a:r>
              <a:rPr lang="en-US" dirty="0" err="1"/>
              <a:t>jednog</a:t>
            </a:r>
            <a:r>
              <a:rPr lang="en-US" dirty="0"/>
              <a:t> </a:t>
            </a:r>
            <a:r>
              <a:rPr lang="en-US" dirty="0" err="1"/>
              <a:t>pacijenta</a:t>
            </a:r>
            <a:r>
              <a:rPr lang="en-US" dirty="0"/>
              <a:t>, a </a:t>
            </a:r>
            <a:r>
              <a:rPr lang="en-US" dirty="0" err="1"/>
              <a:t>svaki</a:t>
            </a:r>
            <a:r>
              <a:rPr lang="en-US" dirty="0"/>
              <a:t> </a:t>
            </a:r>
            <a:r>
              <a:rPr lang="en-US" dirty="0" err="1"/>
              <a:t>snimak</a:t>
            </a:r>
            <a:r>
              <a:rPr lang="en-US" dirty="0"/>
              <a:t> </a:t>
            </a:r>
            <a:r>
              <a:rPr lang="en-US" dirty="0" err="1"/>
              <a:t>sadrži</a:t>
            </a:r>
            <a:r>
              <a:rPr lang="en-US" dirty="0"/>
              <a:t> </a:t>
            </a:r>
            <a:r>
              <a:rPr lang="en-US" dirty="0" err="1"/>
              <a:t>veliki</a:t>
            </a:r>
            <a:r>
              <a:rPr lang="en-US" dirty="0"/>
              <a:t> </a:t>
            </a:r>
            <a:r>
              <a:rPr lang="en-US" dirty="0" err="1"/>
              <a:t>broj</a:t>
            </a:r>
            <a:r>
              <a:rPr lang="en-US" dirty="0"/>
              <a:t> </a:t>
            </a:r>
            <a:r>
              <a:rPr lang="en-US" dirty="0" err="1"/>
              <a:t>slojeva</a:t>
            </a:r>
            <a:r>
              <a:rPr lang="en-US" dirty="0"/>
              <a:t> </a:t>
            </a:r>
            <a:r>
              <a:rPr lang="en-US" dirty="0" err="1"/>
              <a:t>grudnog</a:t>
            </a:r>
            <a:r>
              <a:rPr lang="en-US" dirty="0"/>
              <a:t> </a:t>
            </a:r>
            <a:r>
              <a:rPr lang="en-US" dirty="0" err="1"/>
              <a:t>koša</a:t>
            </a:r>
            <a:r>
              <a:rPr lang="en-US" dirty="0"/>
              <a:t>. </a:t>
            </a:r>
            <a:r>
              <a:rPr lang="en-US" dirty="0" err="1"/>
              <a:t>Većina</a:t>
            </a:r>
            <a:r>
              <a:rPr lang="en-US" dirty="0"/>
              <a:t> </a:t>
            </a:r>
            <a:r>
              <a:rPr lang="en-US" dirty="0" err="1"/>
              <a:t>slojeva</a:t>
            </a:r>
            <a:r>
              <a:rPr lang="en-US" dirty="0"/>
              <a:t> ne </a:t>
            </a:r>
            <a:r>
              <a:rPr lang="en-US" dirty="0" err="1"/>
              <a:t>prikazuje</a:t>
            </a:r>
            <a:r>
              <a:rPr lang="en-US" dirty="0"/>
              <a:t> </a:t>
            </a:r>
            <a:r>
              <a:rPr lang="en-US" dirty="0" err="1"/>
              <a:t>relevantnu</a:t>
            </a:r>
            <a:r>
              <a:rPr lang="en-US" dirty="0"/>
              <a:t> </a:t>
            </a:r>
            <a:r>
              <a:rPr lang="en-US" dirty="0" err="1"/>
              <a:t>informaciju</a:t>
            </a:r>
            <a:r>
              <a:rPr lang="en-US" dirty="0"/>
              <a:t>, pa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autori</a:t>
            </a:r>
            <a:r>
              <a:rPr lang="en-US" dirty="0"/>
              <a:t> </a:t>
            </a:r>
            <a:r>
              <a:rPr lang="en-US" dirty="0" err="1"/>
              <a:t>skupa</a:t>
            </a:r>
            <a:r>
              <a:rPr lang="en-US" dirty="0"/>
              <a:t> </a:t>
            </a:r>
            <a:r>
              <a:rPr lang="en-US" dirty="0" err="1"/>
              <a:t>izdvojili</a:t>
            </a:r>
            <a:r>
              <a:rPr lang="en-US" dirty="0"/>
              <a:t> one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kojima</a:t>
            </a:r>
            <a:r>
              <a:rPr lang="en-US" dirty="0"/>
              <a:t> je </a:t>
            </a:r>
            <a:r>
              <a:rPr lang="en-US" dirty="0" err="1"/>
              <a:t>nalaz</a:t>
            </a:r>
            <a:r>
              <a:rPr lang="en-US" dirty="0"/>
              <a:t> </a:t>
            </a:r>
            <a:r>
              <a:rPr lang="en-US" dirty="0" err="1"/>
              <a:t>vidljiv</a:t>
            </a:r>
            <a:r>
              <a:rPr lang="en-US" dirty="0"/>
              <a:t>. </a:t>
            </a:r>
            <a:r>
              <a:rPr lang="en-US" dirty="0" err="1"/>
              <a:t>Selekciju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, </a:t>
            </a:r>
            <a:r>
              <a:rPr lang="en-US" dirty="0" err="1"/>
              <a:t>dakle</a:t>
            </a:r>
            <a:r>
              <a:rPr lang="en-US" dirty="0"/>
              <a:t>, </a:t>
            </a:r>
            <a:r>
              <a:rPr lang="en-US" dirty="0" err="1"/>
              <a:t>izvršili</a:t>
            </a:r>
            <a:r>
              <a:rPr lang="en-US" dirty="0"/>
              <a:t> </a:t>
            </a:r>
            <a:r>
              <a:rPr lang="en-US" dirty="0" err="1"/>
              <a:t>autori</a:t>
            </a:r>
            <a:r>
              <a:rPr lang="en-US" dirty="0"/>
              <a:t> </a:t>
            </a:r>
            <a:r>
              <a:rPr lang="en-US" dirty="0" err="1"/>
              <a:t>skupa</a:t>
            </a:r>
            <a:r>
              <a:rPr lang="en-US" dirty="0"/>
              <a:t>, ne ja.</a:t>
            </a:r>
          </a:p>
          <a:p>
            <a:pPr rtl="0"/>
            <a:endParaRPr lang="en-US" b="1" dirty="0"/>
          </a:p>
          <a:p>
            <a:pPr rtl="0"/>
            <a:r>
              <a:rPr lang="en-US" b="1" dirty="0" err="1"/>
              <a:t>Zašto</a:t>
            </a:r>
            <a:r>
              <a:rPr lang="en-US" b="1" dirty="0"/>
              <a:t> </a:t>
            </a:r>
            <a:r>
              <a:rPr lang="en-US" b="1" dirty="0" err="1"/>
              <a:t>baš</a:t>
            </a:r>
            <a:r>
              <a:rPr lang="en-US" b="1" dirty="0"/>
              <a:t> </a:t>
            </a:r>
            <a:r>
              <a:rPr lang="en-US" b="1" dirty="0" err="1"/>
              <a:t>ovaj</a:t>
            </a:r>
            <a:r>
              <a:rPr lang="en-US" b="1" dirty="0"/>
              <a:t> </a:t>
            </a:r>
            <a:r>
              <a:rPr lang="en-US" b="1" dirty="0" err="1"/>
              <a:t>skup</a:t>
            </a:r>
            <a:r>
              <a:rPr lang="en-US" b="1" dirty="0"/>
              <a:t> </a:t>
            </a:r>
            <a:r>
              <a:rPr lang="en-US" b="1" dirty="0" err="1"/>
              <a:t>podataka</a:t>
            </a:r>
            <a:r>
              <a:rPr lang="en-US" b="1" dirty="0"/>
              <a:t>?</a:t>
            </a:r>
            <a:br>
              <a:rPr lang="en-US" dirty="0"/>
            </a:br>
            <a:r>
              <a:rPr lang="en-US" dirty="0"/>
              <a:t>Kaggle </a:t>
            </a:r>
            <a:r>
              <a:rPr lang="en-US" dirty="0" err="1"/>
              <a:t>nudi</a:t>
            </a:r>
            <a:r>
              <a:rPr lang="en-US" dirty="0"/>
              <a:t> </a:t>
            </a:r>
            <a:r>
              <a:rPr lang="en-US" dirty="0" err="1"/>
              <a:t>veliki</a:t>
            </a:r>
            <a:r>
              <a:rPr lang="en-US" dirty="0"/>
              <a:t> </a:t>
            </a:r>
            <a:r>
              <a:rPr lang="en-US" dirty="0" err="1"/>
              <a:t>broj</a:t>
            </a:r>
            <a:r>
              <a:rPr lang="en-US" dirty="0"/>
              <a:t> </a:t>
            </a:r>
            <a:r>
              <a:rPr lang="en-US" dirty="0" err="1"/>
              <a:t>skupova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. </a:t>
            </a:r>
            <a:r>
              <a:rPr lang="en-US" dirty="0" err="1"/>
              <a:t>Ovaj</a:t>
            </a:r>
            <a:r>
              <a:rPr lang="en-US" dirty="0"/>
              <a:t> je </a:t>
            </a:r>
            <a:r>
              <a:rPr lang="en-US" dirty="0" err="1"/>
              <a:t>odabran</a:t>
            </a:r>
            <a:r>
              <a:rPr lang="en-US" dirty="0"/>
              <a:t> </a:t>
            </a:r>
            <a:r>
              <a:rPr lang="en-US" dirty="0" err="1"/>
              <a:t>jer</a:t>
            </a:r>
            <a:r>
              <a:rPr lang="en-US" dirty="0"/>
              <a:t> </a:t>
            </a:r>
            <a:r>
              <a:rPr lang="en-US" dirty="0" err="1"/>
              <a:t>postoji</a:t>
            </a:r>
            <a:r>
              <a:rPr lang="en-US" dirty="0"/>
              <a:t> </a:t>
            </a:r>
            <a:r>
              <a:rPr lang="en-US" dirty="0" err="1"/>
              <a:t>mnogo</a:t>
            </a:r>
            <a:r>
              <a:rPr lang="en-US" dirty="0"/>
              <a:t> </a:t>
            </a:r>
            <a:r>
              <a:rPr lang="en-US" dirty="0" err="1"/>
              <a:t>objavljenih</a:t>
            </a:r>
            <a:r>
              <a:rPr lang="en-US" dirty="0"/>
              <a:t> </a:t>
            </a:r>
            <a:r>
              <a:rPr lang="en-US" dirty="0" err="1"/>
              <a:t>implementacija</a:t>
            </a:r>
            <a:r>
              <a:rPr lang="en-US" dirty="0"/>
              <a:t> CNN </a:t>
            </a:r>
            <a:r>
              <a:rPr lang="en-US" dirty="0" err="1"/>
              <a:t>mreža</a:t>
            </a:r>
            <a:r>
              <a:rPr lang="en-US" dirty="0"/>
              <a:t> </a:t>
            </a:r>
            <a:r>
              <a:rPr lang="en-US" dirty="0" err="1"/>
              <a:t>nad</a:t>
            </a:r>
            <a:r>
              <a:rPr lang="en-US" dirty="0"/>
              <a:t> </a:t>
            </a:r>
            <a:r>
              <a:rPr lang="en-US" dirty="0" err="1"/>
              <a:t>njim</a:t>
            </a:r>
            <a:r>
              <a:rPr lang="en-US" dirty="0"/>
              <a:t>, pa je </a:t>
            </a:r>
            <a:r>
              <a:rPr lang="en-US" dirty="0" err="1"/>
              <a:t>mogao</a:t>
            </a:r>
            <a:r>
              <a:rPr lang="en-US" dirty="0"/>
              <a:t> </a:t>
            </a:r>
            <a:r>
              <a:rPr lang="en-US" dirty="0" err="1"/>
              <a:t>poslužiti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provjera</a:t>
            </a:r>
            <a:r>
              <a:rPr lang="en-US" dirty="0"/>
              <a:t> da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moji</a:t>
            </a:r>
            <a:r>
              <a:rPr lang="en-US" dirty="0"/>
              <a:t> </a:t>
            </a:r>
            <a:r>
              <a:rPr lang="en-US" dirty="0" err="1"/>
              <a:t>rezultati</a:t>
            </a:r>
            <a:r>
              <a:rPr lang="en-US" dirty="0"/>
              <a:t> u </a:t>
            </a:r>
            <a:r>
              <a:rPr lang="en-US" dirty="0" err="1"/>
              <a:t>očekivanom</a:t>
            </a:r>
            <a:r>
              <a:rPr lang="en-US" dirty="0"/>
              <a:t> </a:t>
            </a:r>
            <a:r>
              <a:rPr lang="en-US" dirty="0" err="1"/>
              <a:t>rasponu</a:t>
            </a:r>
            <a:r>
              <a:rPr lang="en-US" dirty="0"/>
              <a:t>.</a:t>
            </a:r>
          </a:p>
          <a:p>
            <a:pPr rtl="0"/>
            <a:endParaRPr lang="en-US" dirty="0"/>
          </a:p>
          <a:p>
            <a:pPr rtl="0"/>
            <a:r>
              <a:rPr lang="en-US" b="1" dirty="0"/>
              <a:t>Koliko </a:t>
            </a:r>
            <a:r>
              <a:rPr lang="en-US" b="1" dirty="0" err="1"/>
              <a:t>ima</a:t>
            </a:r>
            <a:r>
              <a:rPr lang="en-US" b="1" dirty="0"/>
              <a:t> </a:t>
            </a:r>
            <a:r>
              <a:rPr lang="en-US" b="1" dirty="0" err="1"/>
              <a:t>slika</a:t>
            </a:r>
            <a:r>
              <a:rPr lang="en-US" b="1" dirty="0"/>
              <a:t> po </a:t>
            </a:r>
            <a:r>
              <a:rPr lang="en-US" b="1" dirty="0" err="1"/>
              <a:t>klasi</a:t>
            </a:r>
            <a:r>
              <a:rPr lang="en-US" b="1" dirty="0"/>
              <a:t>?</a:t>
            </a:r>
          </a:p>
          <a:p>
            <a:pPr rtl="0"/>
            <a:r>
              <a:rPr lang="en-US" dirty="0" err="1"/>
              <a:t>Imamo</a:t>
            </a:r>
            <a:r>
              <a:rPr lang="en-US" dirty="0"/>
              <a:t>:</a:t>
            </a:r>
          </a:p>
          <a:p>
            <a:pPr rtl="0"/>
            <a:r>
              <a:rPr lang="en-US" dirty="0" err="1"/>
              <a:t>Maligno</a:t>
            </a:r>
            <a:r>
              <a:rPr lang="en-US" dirty="0"/>
              <a:t>: 561 </a:t>
            </a:r>
            <a:r>
              <a:rPr lang="en-US" dirty="0" err="1"/>
              <a:t>slika</a:t>
            </a:r>
            <a:endParaRPr lang="en-US" dirty="0"/>
          </a:p>
          <a:p>
            <a:pPr rtl="0"/>
            <a:r>
              <a:rPr lang="en-US" dirty="0" err="1"/>
              <a:t>Benigno</a:t>
            </a:r>
            <a:r>
              <a:rPr lang="en-US" dirty="0"/>
              <a:t>: 120 </a:t>
            </a:r>
            <a:r>
              <a:rPr lang="en-US" dirty="0" err="1"/>
              <a:t>slika</a:t>
            </a:r>
            <a:endParaRPr lang="en-US" dirty="0"/>
          </a:p>
          <a:p>
            <a:pPr rtl="0"/>
            <a:r>
              <a:rPr lang="en-US" dirty="0" err="1"/>
              <a:t>Normalno</a:t>
            </a:r>
            <a:r>
              <a:rPr lang="en-US" dirty="0"/>
              <a:t>: 416 </a:t>
            </a:r>
            <a:r>
              <a:rPr lang="en-US" dirty="0" err="1"/>
              <a:t>slika</a:t>
            </a:r>
            <a:endParaRPr lang="en-US" dirty="0"/>
          </a:p>
          <a:p>
            <a:pPr rt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00A785-91A4-4858-91F9-18C65D64E1E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0185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43B6D-3163-47C3-9DB9-B6EA961A8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562C81-D2B1-4B5E-A3B8-82BEAE4F20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702CBA-94DC-4429-A4DD-669E160C5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B2272-A89D-4DA5-B536-D3A04518E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991EB3-BB83-4A04-8DA5-48AC53C32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028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595DC-4846-499A-9AE3-BD42BAC49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3B019D-F32C-4F0C-91F6-5233A04EF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7ABA5E-8F00-4A33-8387-2D21E48B2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51E93E-323C-42B9-B9CD-9C9246453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2F370D-5722-4E2F-9E79-89E6E6052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072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FF12F-2C45-419A-A705-E1A60F14A1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7AE991-E608-49F4-8BD6-AFA730C62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0DC662-FBCD-41BF-A8D6-5CB57FFE1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C7C2BE-02A3-4D8A-99C1-5BE0E74E2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253542-0F25-4070-A47F-8E6A8EC44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639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3CFD8-ACB2-46C7-9CF3-C9E9B4DA6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88796B-0D0C-4FB4-B9D1-C407ABEF9F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E7CE8F-556F-446F-859D-92BD1A6DFC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E42BC8-8C0A-4A9C-97AE-D98523FBB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1AF4B8-8B65-4D96-8EB4-0A2C8647B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2A9D25-2D13-46A1-9C35-2B47201B2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247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CFD9D-1CF7-47DB-8130-FCCA0C41E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54DF0-5840-43D0-BFEB-8BD9F9B067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273804-2CC3-4D72-A4C5-0C1FFC10A5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296EB3-B331-4C74-B1DF-5BF3D2499B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537DC6-D9B3-4B8F-84F0-03CDEB4AC4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A16214-5154-4548-8C62-75E31BC31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CBEB425-358F-44A5-836D-AC35AF849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2706DA-0A0C-4869-93B7-9479174D0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6129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471B4-E30C-4F3F-B8A0-7DD6E6B87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A2E56A3-1551-41A6-989E-5692F87EA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F01AEC-C94D-43F8-97E6-12F4454CD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0B8DCC-2BE3-4752-B70C-C0CE12DB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0773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65200E-32B4-4F5A-B311-9DCC76FAF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961B0-5EC7-4890-A0EB-86A108AF4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0ACC5-0875-4E07-8A28-8BCF83B95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84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F4900-188E-4DC3-96E6-99D9675B3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CD825F-FDE7-484E-84B4-9966DE526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EDBBEF-FC4B-4F44-A244-F0FE4564B7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C56A5E-EA9B-4FEB-A0FD-2386FEB32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1353D0-70C5-4594-919C-F065CDE47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15FDBD-DC20-4E4F-9B5F-5F11B0146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810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6E1B3-A72F-4D2A-94CE-A678E707A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 anchorCtr="0"/>
          <a:lstStyle>
            <a:lvl1pPr algn="l"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3ABE76-5ACB-4BE4-B46B-EAE595CAD8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C28920-B350-44EB-A6D2-8C7917EB0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3BC412-E77C-4857-BDF8-9CBA47854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913BAA-0590-4BB6-8329-3D50C158D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89DD94-A046-42E7-8478-AA879A424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454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767A2-731D-4D61-A128-DD329A62C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54BE0D-35C1-4EBA-8D27-AB4F28F53E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3FAEA0-6188-4BCA-9936-D40496BFC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892FD-79B6-4EC3-B725-FB600946C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574E9D-1A45-42A5-A923-E9748B3F8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093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DEA79EA-D7E8-445C-B5D5-8414B10CFA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E78FAE-8400-4566-99BC-72B8451A21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7FB3A0-B99D-4B67-B95D-8172842FEB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B63C-CDDC-45F1-A941-1E23D4E8195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ED1D7A-3BAC-4F4D-998C-ECBA6F9DD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BB05C-99C6-408E-927F-835B32494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5063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4F911E-A021-4FA1-93F6-42150D077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313C43-FC44-4A2B-86DE-BEB64887E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47145B-8B9E-4706-B6E0-73A36ED1AD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6B63C-CDDC-45F1-A941-1E23D4E8195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79BC06-E26C-40A6-A181-7F27BC34D5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6ED9C6-D83D-4A48-8B7A-214CD1D211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C5CBB4-1A77-4C92-B544-DE0448FC5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2273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7DB36-990C-47F5-9AEA-61517AE1D1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15640"/>
            <a:ext cx="9144000" cy="5426719"/>
          </a:xfrm>
        </p:spPr>
        <p:txBody>
          <a:bodyPr>
            <a:no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lang="en-US" sz="4000" b="1" cap="small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UNIVERZITET U TUZLI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FAKULTET ELEKTROTEHNIKE</a:t>
            </a:r>
            <a:b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alt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bs-Latn-BA" sz="4000" b="1" cap="small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Uporedna analiza Python i .NET okruženja za treniranje modela dubokog učenja na primjeru detekcije raka pluća</a:t>
            </a:r>
            <a:br>
              <a:rPr lang="en-US" sz="4000" b="1" cap="small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en-US" sz="4000" b="1" cap="small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Student: Omar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Kurtović</a:t>
            </a:r>
            <a:b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Mentor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dr.sci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Damir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Demirović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vanr.prof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Tuzla, August 2026.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godine</a:t>
            </a:r>
            <a:endParaRPr lang="en-US" sz="2000" b="1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97400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A7B68-A7A1-41B4-9E17-A1182295B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Cilj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rada</a:t>
            </a:r>
            <a:endParaRPr lang="en-US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9088EF0A-B97F-44BE-88A0-40B675B1C3C6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91" b="3391"/>
          <a:stretch>
            <a:fillRect/>
          </a:stretch>
        </p:blipFill>
        <p:spPr/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783B05-5000-4EC6-A370-B9403E40B92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pl-PL" sz="2000" dirty="0"/>
              <a:t>Python je standard za probleme mašinskog učenja</a:t>
            </a:r>
            <a:endParaRPr lang="en-US" sz="2000" dirty="0"/>
          </a:p>
          <a:p>
            <a:r>
              <a:rPr lang="en-US" sz="2000" dirty="0" err="1"/>
              <a:t>Veliki</a:t>
            </a:r>
            <a:r>
              <a:rPr lang="en-US" sz="2000" dirty="0"/>
              <a:t> </a:t>
            </a:r>
            <a:r>
              <a:rPr lang="en-US" sz="2000" dirty="0" err="1"/>
              <a:t>broj</a:t>
            </a:r>
            <a:r>
              <a:rPr lang="en-US" sz="2000" dirty="0"/>
              <a:t> </a:t>
            </a:r>
            <a:r>
              <a:rPr lang="en-US" sz="2000" dirty="0" err="1"/>
              <a:t>postojećih</a:t>
            </a:r>
            <a:r>
              <a:rPr lang="en-US" sz="2000" dirty="0"/>
              <a:t> </a:t>
            </a:r>
            <a:r>
              <a:rPr lang="en-US" sz="2000" dirty="0" err="1"/>
              <a:t>aplikacija</a:t>
            </a:r>
            <a:r>
              <a:rPr lang="en-US" sz="2000" dirty="0"/>
              <a:t> </a:t>
            </a:r>
            <a:r>
              <a:rPr lang="en-US" sz="2000" dirty="0" err="1"/>
              <a:t>gradi</a:t>
            </a:r>
            <a:r>
              <a:rPr lang="en-US" sz="2000" dirty="0"/>
              <a:t> se </a:t>
            </a:r>
            <a:r>
              <a:rPr lang="en-US" sz="2000" dirty="0" err="1"/>
              <a:t>na</a:t>
            </a:r>
            <a:r>
              <a:rPr lang="en-US" sz="2000" dirty="0"/>
              <a:t> </a:t>
            </a:r>
            <a:r>
              <a:rPr lang="en-US" sz="2000" dirty="0" err="1"/>
              <a:t>drugim</a:t>
            </a:r>
            <a:r>
              <a:rPr lang="en-US" sz="2000" dirty="0"/>
              <a:t> </a:t>
            </a:r>
            <a:r>
              <a:rPr lang="en-US" sz="2000" dirty="0" err="1"/>
              <a:t>tehnologijama</a:t>
            </a:r>
            <a:r>
              <a:rPr lang="en-US" sz="2000" dirty="0"/>
              <a:t>: TypeScript/JavaScript, Java, C#/.NET, PHP</a:t>
            </a:r>
          </a:p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Integracija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Python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rješenja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donosi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dodatnu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kompleksnost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Pitanje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rada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/>
              <a:t>koje</a:t>
            </a:r>
            <a:r>
              <a:rPr lang="en-US" sz="2000" dirty="0"/>
              <a:t> </a:t>
            </a:r>
            <a:r>
              <a:rPr lang="en-US" sz="2000" dirty="0" err="1"/>
              <a:t>su</a:t>
            </a:r>
            <a:r>
              <a:rPr lang="en-US" sz="2000" dirty="0"/>
              <a:t> </a:t>
            </a:r>
            <a:r>
              <a:rPr lang="en-US" sz="2000" dirty="0" err="1"/>
              <a:t>prednosti</a:t>
            </a:r>
            <a:r>
              <a:rPr lang="en-US" sz="2000" dirty="0"/>
              <a:t> </a:t>
            </a:r>
            <a:r>
              <a:rPr lang="en-US" sz="2000" dirty="0" err="1"/>
              <a:t>i</a:t>
            </a:r>
            <a:r>
              <a:rPr lang="en-US" sz="2000" dirty="0"/>
              <a:t> mane </a:t>
            </a:r>
            <a:r>
              <a:rPr lang="en-US" sz="2000" dirty="0" err="1"/>
              <a:t>rješavanja</a:t>
            </a:r>
            <a:r>
              <a:rPr lang="en-US" sz="2000" dirty="0"/>
              <a:t> </a:t>
            </a:r>
            <a:r>
              <a:rPr lang="en-US" sz="2000" dirty="0" err="1"/>
              <a:t>problema</a:t>
            </a:r>
            <a:r>
              <a:rPr lang="en-US" sz="2000" dirty="0"/>
              <a:t> </a:t>
            </a:r>
            <a:r>
              <a:rPr lang="en-US" sz="2000" dirty="0" err="1"/>
              <a:t>mašinskog</a:t>
            </a:r>
            <a:r>
              <a:rPr lang="en-US" sz="2000" dirty="0"/>
              <a:t> </a:t>
            </a:r>
            <a:r>
              <a:rPr lang="en-US" sz="2000" dirty="0" err="1"/>
              <a:t>učenja</a:t>
            </a:r>
            <a:r>
              <a:rPr lang="en-US" sz="2000" dirty="0"/>
              <a:t> u </a:t>
            </a:r>
            <a:r>
              <a:rPr lang="en-US" sz="2000" dirty="0" err="1"/>
              <a:t>alternativnim</a:t>
            </a:r>
            <a:r>
              <a:rPr lang="en-US" sz="2000" dirty="0"/>
              <a:t> </a:t>
            </a:r>
            <a:r>
              <a:rPr lang="en-US" sz="2000" dirty="0" err="1"/>
              <a:t>ekosistemima</a:t>
            </a:r>
            <a:r>
              <a:rPr lang="en-US" sz="2000" dirty="0"/>
              <a:t>, </a:t>
            </a:r>
            <a:r>
              <a:rPr lang="en-US" sz="2000" dirty="0" err="1"/>
              <a:t>poput</a:t>
            </a:r>
            <a:r>
              <a:rPr lang="en-US" sz="2000" dirty="0"/>
              <a:t> .NET-a?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C7F9F0-2DEF-4CAE-BC7B-9E4C123832E7}"/>
              </a:ext>
            </a:extLst>
          </p:cNvPr>
          <p:cNvSpPr txBox="1"/>
          <p:nvPr/>
        </p:nvSpPr>
        <p:spPr>
          <a:xfrm>
            <a:off x="5183188" y="5940357"/>
            <a:ext cx="6172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Najčešće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korištena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okruženja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za AI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projekte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Octoverse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2025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</a:p>
        </p:txBody>
      </p:sp>
    </p:spTree>
    <p:extLst>
      <p:ext uri="{BB962C8B-B14F-4D97-AF65-F5344CB8AC3E}">
        <p14:creationId xmlns:p14="http://schemas.microsoft.com/office/powerpoint/2010/main" val="42044370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CF110-AACF-4E04-B21A-4E7465087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Opis</a:t>
            </a:r>
            <a:r>
              <a:rPr lang="en-US" dirty="0"/>
              <a:t> </a:t>
            </a:r>
            <a:r>
              <a:rPr lang="en-US" dirty="0" err="1"/>
              <a:t>problema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A5AAF4-CF89-4D12-B712-B5D660BF337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Poređenje</a:t>
            </a:r>
            <a:r>
              <a:rPr lang="en-US" dirty="0"/>
              <a:t> </a:t>
            </a:r>
            <a:r>
              <a:rPr lang="en-US" dirty="0" err="1"/>
              <a:t>ekosistema</a:t>
            </a:r>
            <a:r>
              <a:rPr lang="en-US" dirty="0"/>
              <a:t> </a:t>
            </a:r>
            <a:r>
              <a:rPr lang="en-US" dirty="0" err="1"/>
              <a:t>vrši</a:t>
            </a:r>
            <a:r>
              <a:rPr lang="en-US" dirty="0"/>
              <a:t> se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praktičnom</a:t>
            </a:r>
            <a:r>
              <a:rPr lang="en-US" dirty="0"/>
              <a:t> </a:t>
            </a:r>
            <a:r>
              <a:rPr lang="en-US" dirty="0" err="1"/>
              <a:t>primjeru</a:t>
            </a:r>
            <a:r>
              <a:rPr lang="en-US" dirty="0"/>
              <a:t> — </a:t>
            </a:r>
            <a:r>
              <a:rPr lang="en-US" dirty="0" err="1"/>
              <a:t>detekciji</a:t>
            </a:r>
            <a:r>
              <a:rPr lang="en-US" dirty="0"/>
              <a:t> </a:t>
            </a:r>
            <a:r>
              <a:rPr lang="en-US" dirty="0" err="1"/>
              <a:t>raka</a:t>
            </a:r>
            <a:r>
              <a:rPr lang="en-US" dirty="0"/>
              <a:t> </a:t>
            </a:r>
            <a:r>
              <a:rPr lang="en-US" dirty="0" err="1"/>
              <a:t>pluća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javno</a:t>
            </a:r>
            <a:r>
              <a:rPr lang="en-US" dirty="0"/>
              <a:t> </a:t>
            </a:r>
            <a:r>
              <a:rPr lang="en-US" dirty="0" err="1"/>
              <a:t>dostupnim</a:t>
            </a:r>
            <a:r>
              <a:rPr lang="en-US" dirty="0"/>
              <a:t> </a:t>
            </a:r>
            <a:r>
              <a:rPr lang="en-US" dirty="0" err="1"/>
              <a:t>medicinskim</a:t>
            </a:r>
            <a:r>
              <a:rPr lang="en-US" dirty="0"/>
              <a:t> </a:t>
            </a:r>
            <a:r>
              <a:rPr lang="en-US" dirty="0" err="1"/>
              <a:t>podacima</a:t>
            </a:r>
            <a:r>
              <a:rPr lang="en-US" dirty="0"/>
              <a:t>.</a:t>
            </a:r>
          </a:p>
          <a:p>
            <a:r>
              <a:rPr lang="en-US" dirty="0"/>
              <a:t>Za </a:t>
            </a:r>
            <a:r>
              <a:rPr lang="en-US" dirty="0" err="1"/>
              <a:t>detekciju</a:t>
            </a:r>
            <a:r>
              <a:rPr lang="en-US" dirty="0"/>
              <a:t> je </a:t>
            </a:r>
            <a:r>
              <a:rPr lang="en-US" dirty="0" err="1"/>
              <a:t>implementirana</a:t>
            </a:r>
            <a:r>
              <a:rPr lang="en-US" dirty="0"/>
              <a:t> </a:t>
            </a:r>
            <a:r>
              <a:rPr lang="en-US" dirty="0" err="1"/>
              <a:t>konvoluciona</a:t>
            </a:r>
            <a:r>
              <a:rPr lang="en-US" dirty="0"/>
              <a:t> </a:t>
            </a:r>
            <a:r>
              <a:rPr lang="en-US" dirty="0" err="1"/>
              <a:t>neuralna</a:t>
            </a:r>
            <a:r>
              <a:rPr lang="en-US" dirty="0"/>
              <a:t> </a:t>
            </a:r>
            <a:r>
              <a:rPr lang="en-US" dirty="0" err="1"/>
              <a:t>mreža</a:t>
            </a:r>
            <a:r>
              <a:rPr lang="en-US" dirty="0"/>
              <a:t> (CNN).</a:t>
            </a:r>
          </a:p>
          <a:p>
            <a:r>
              <a:rPr lang="en-US" dirty="0" err="1"/>
              <a:t>Evaluacija</a:t>
            </a:r>
            <a:r>
              <a:rPr lang="en-US" dirty="0"/>
              <a:t> se </a:t>
            </a:r>
            <a:r>
              <a:rPr lang="en-US" dirty="0" err="1"/>
              <a:t>vrši</a:t>
            </a:r>
            <a:r>
              <a:rPr lang="en-US" dirty="0"/>
              <a:t> </a:t>
            </a:r>
            <a:r>
              <a:rPr lang="en-US" dirty="0" err="1"/>
              <a:t>standardnim</a:t>
            </a:r>
            <a:r>
              <a:rPr lang="en-US" dirty="0"/>
              <a:t> </a:t>
            </a:r>
            <a:r>
              <a:rPr lang="en-US" dirty="0" err="1"/>
              <a:t>klasifikacijskim</a:t>
            </a:r>
            <a:r>
              <a:rPr lang="en-US" dirty="0"/>
              <a:t> </a:t>
            </a:r>
            <a:r>
              <a:rPr lang="en-US" dirty="0" err="1"/>
              <a:t>metrikama</a:t>
            </a:r>
            <a:r>
              <a:rPr lang="en-US" dirty="0"/>
              <a:t>: </a:t>
            </a:r>
            <a:r>
              <a:rPr lang="en-US" dirty="0" err="1"/>
              <a:t>tačnost</a:t>
            </a:r>
            <a:r>
              <a:rPr lang="en-US" dirty="0"/>
              <a:t>, </a:t>
            </a:r>
            <a:r>
              <a:rPr lang="en-US" dirty="0" err="1"/>
              <a:t>preciznost</a:t>
            </a:r>
            <a:r>
              <a:rPr lang="en-US" dirty="0"/>
              <a:t>, </a:t>
            </a:r>
            <a:r>
              <a:rPr lang="en-US" dirty="0" err="1"/>
              <a:t>odziv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F1 </a:t>
            </a:r>
            <a:r>
              <a:rPr lang="en-US" dirty="0" err="1"/>
              <a:t>mjera</a:t>
            </a:r>
            <a:r>
              <a:rPr lang="en-US" dirty="0"/>
              <a:t>. </a:t>
            </a:r>
            <a:r>
              <a:rPr lang="en-US" dirty="0" err="1"/>
              <a:t>Dodatno</a:t>
            </a:r>
            <a:r>
              <a:rPr lang="en-US" dirty="0"/>
              <a:t> se </a:t>
            </a:r>
            <a:r>
              <a:rPr lang="en-US" dirty="0" err="1"/>
              <a:t>porede</a:t>
            </a:r>
            <a:r>
              <a:rPr lang="en-US" dirty="0"/>
              <a:t> </a:t>
            </a:r>
            <a:r>
              <a:rPr lang="en-US" dirty="0" err="1"/>
              <a:t>vrijeme</a:t>
            </a:r>
            <a:r>
              <a:rPr lang="en-US" dirty="0"/>
              <a:t> </a:t>
            </a:r>
            <a:r>
              <a:rPr lang="en-US" dirty="0" err="1"/>
              <a:t>treniranja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jednostavnost</a:t>
            </a:r>
            <a:r>
              <a:rPr lang="en-US" dirty="0"/>
              <a:t> </a:t>
            </a:r>
            <a:r>
              <a:rPr lang="en-US" dirty="0" err="1"/>
              <a:t>implementacije</a:t>
            </a:r>
            <a:endParaRPr lang="en-US" dirty="0"/>
          </a:p>
        </p:txBody>
      </p:sp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9D400194-B4B8-4E2B-B32F-6755728B20E7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61" b="2861"/>
          <a:stretch>
            <a:fillRect/>
          </a:stretch>
        </p:blipFill>
        <p:spPr>
          <a:prstGeom prst="roundRect">
            <a:avLst>
              <a:gd name="adj" fmla="val 7156"/>
            </a:avLst>
          </a:prstGeom>
        </p:spPr>
      </p:pic>
    </p:spTree>
    <p:extLst>
      <p:ext uri="{BB962C8B-B14F-4D97-AF65-F5344CB8AC3E}">
        <p14:creationId xmlns:p14="http://schemas.microsoft.com/office/powerpoint/2010/main" val="33123009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66145-742D-4748-9401-149F1C80A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Implementacija</a:t>
            </a:r>
            <a:r>
              <a:rPr lang="en-US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63760-CF12-426E-A02A-08EEC6E9C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Za </a:t>
            </a:r>
            <a:r>
              <a:rPr lang="en-US" dirty="0" err="1"/>
              <a:t>implementaciju</a:t>
            </a:r>
            <a:r>
              <a:rPr lang="en-US" dirty="0"/>
              <a:t> </a:t>
            </a:r>
            <a:r>
              <a:rPr lang="en-US" dirty="0" err="1"/>
              <a:t>konvolucione</a:t>
            </a:r>
            <a:r>
              <a:rPr lang="en-US" dirty="0"/>
              <a:t> </a:t>
            </a:r>
            <a:r>
              <a:rPr lang="en-US" dirty="0" err="1"/>
              <a:t>neuronske</a:t>
            </a:r>
            <a:r>
              <a:rPr lang="en-US" dirty="0"/>
              <a:t> </a:t>
            </a:r>
            <a:r>
              <a:rPr lang="en-US" dirty="0" err="1"/>
              <a:t>mreže</a:t>
            </a:r>
            <a:r>
              <a:rPr lang="en-US" dirty="0"/>
              <a:t> </a:t>
            </a:r>
            <a:r>
              <a:rPr lang="en-US" dirty="0" err="1"/>
              <a:t>korištene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biblioteke</a:t>
            </a:r>
            <a:r>
              <a:rPr lang="en-US" dirty="0"/>
              <a:t> </a:t>
            </a:r>
            <a:r>
              <a:rPr lang="en-US" dirty="0" err="1"/>
              <a:t>otvorenog</a:t>
            </a:r>
            <a:r>
              <a:rPr lang="en-US" dirty="0"/>
              <a:t> </a:t>
            </a:r>
            <a:r>
              <a:rPr lang="en-US" dirty="0" err="1"/>
              <a:t>koda</a:t>
            </a:r>
            <a:r>
              <a:rPr lang="en-US" dirty="0"/>
              <a:t> </a:t>
            </a:r>
            <a:r>
              <a:rPr lang="en-US" dirty="0" err="1"/>
              <a:t>PyTorch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TorchSharp</a:t>
            </a:r>
            <a:r>
              <a:rPr lang="en-US" dirty="0"/>
              <a:t>, za Python, </a:t>
            </a:r>
            <a:r>
              <a:rPr lang="en-US" dirty="0" err="1"/>
              <a:t>odnosno</a:t>
            </a:r>
            <a:r>
              <a:rPr lang="en-US" dirty="0"/>
              <a:t> .NET </a:t>
            </a:r>
            <a:r>
              <a:rPr lang="en-US" dirty="0" err="1"/>
              <a:t>okruženje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 err="1"/>
              <a:t>Obje</a:t>
            </a:r>
            <a:r>
              <a:rPr lang="en-US" dirty="0"/>
              <a:t> </a:t>
            </a:r>
            <a:r>
              <a:rPr lang="en-US" dirty="0" err="1"/>
              <a:t>biblioteke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omotači</a:t>
            </a:r>
            <a:r>
              <a:rPr lang="en-US" dirty="0"/>
              <a:t> (</a:t>
            </a:r>
            <a:r>
              <a:rPr lang="en-US" dirty="0" err="1"/>
              <a:t>engl.</a:t>
            </a:r>
            <a:r>
              <a:rPr lang="en-US" dirty="0"/>
              <a:t> </a:t>
            </a:r>
            <a:r>
              <a:rPr lang="en-US" i="1" dirty="0"/>
              <a:t>wrappers</a:t>
            </a:r>
            <a:r>
              <a:rPr lang="en-US" dirty="0"/>
              <a:t>) </a:t>
            </a:r>
            <a:r>
              <a:rPr lang="en-US" dirty="0" err="1"/>
              <a:t>nad</a:t>
            </a:r>
            <a:r>
              <a:rPr lang="en-US" dirty="0"/>
              <a:t> </a:t>
            </a:r>
            <a:r>
              <a:rPr lang="en-US" dirty="0" err="1"/>
              <a:t>istim</a:t>
            </a:r>
            <a:r>
              <a:rPr lang="en-US" dirty="0"/>
              <a:t> C++ </a:t>
            </a:r>
            <a:r>
              <a:rPr lang="en-US" dirty="0" err="1"/>
              <a:t>jezgrom</a:t>
            </a:r>
            <a:r>
              <a:rPr lang="en-US" dirty="0"/>
              <a:t>, </a:t>
            </a:r>
            <a:r>
              <a:rPr lang="en-US" dirty="0" err="1"/>
              <a:t>koje</a:t>
            </a:r>
            <a:r>
              <a:rPr lang="en-US" dirty="0"/>
              <a:t> se </a:t>
            </a:r>
            <a:r>
              <a:rPr lang="en-US" dirty="0" err="1"/>
              <a:t>distribuira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LibTorch</a:t>
            </a:r>
            <a:r>
              <a:rPr lang="en-US" dirty="0"/>
              <a:t> — u </a:t>
            </a:r>
            <a:r>
              <a:rPr lang="en-US" dirty="0" err="1"/>
              <a:t>njemu</a:t>
            </a:r>
            <a:r>
              <a:rPr lang="en-US" dirty="0"/>
              <a:t> se </a:t>
            </a:r>
            <a:r>
              <a:rPr lang="en-US" dirty="0" err="1"/>
              <a:t>izvršava</a:t>
            </a:r>
            <a:r>
              <a:rPr lang="en-US" dirty="0"/>
              <a:t> </a:t>
            </a:r>
            <a:r>
              <a:rPr lang="en-US" dirty="0" err="1"/>
              <a:t>sva</a:t>
            </a:r>
            <a:r>
              <a:rPr lang="en-US" dirty="0"/>
              <a:t> </a:t>
            </a:r>
            <a:r>
              <a:rPr lang="en-US" dirty="0" err="1"/>
              <a:t>logika</a:t>
            </a:r>
            <a:r>
              <a:rPr lang="en-US" dirty="0"/>
              <a:t> </a:t>
            </a:r>
            <a:r>
              <a:rPr lang="en-US" dirty="0" err="1"/>
              <a:t>treniranja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 err="1"/>
              <a:t>Kako</a:t>
            </a:r>
            <a:r>
              <a:rPr lang="en-US" dirty="0"/>
              <a:t> je </a:t>
            </a:r>
            <a:r>
              <a:rPr lang="en-US" dirty="0" err="1"/>
              <a:t>pozadinska</a:t>
            </a:r>
            <a:r>
              <a:rPr lang="en-US" dirty="0"/>
              <a:t> </a:t>
            </a:r>
            <a:r>
              <a:rPr lang="en-US" dirty="0" err="1"/>
              <a:t>logika</a:t>
            </a:r>
            <a:r>
              <a:rPr lang="en-US" dirty="0"/>
              <a:t> </a:t>
            </a:r>
            <a:r>
              <a:rPr lang="en-US" dirty="0" err="1"/>
              <a:t>ista</a:t>
            </a:r>
            <a:r>
              <a:rPr lang="en-US" dirty="0"/>
              <a:t>, </a:t>
            </a:r>
            <a:r>
              <a:rPr lang="en-US" dirty="0" err="1"/>
              <a:t>odabir</a:t>
            </a:r>
            <a:r>
              <a:rPr lang="en-US" dirty="0"/>
              <a:t> Python </a:t>
            </a:r>
            <a:r>
              <a:rPr lang="en-US" dirty="0" err="1"/>
              <a:t>ili</a:t>
            </a:r>
            <a:r>
              <a:rPr lang="en-US" dirty="0"/>
              <a:t> .NET </a:t>
            </a:r>
            <a:r>
              <a:rPr lang="en-US" dirty="0" err="1"/>
              <a:t>okruženja</a:t>
            </a:r>
            <a:r>
              <a:rPr lang="en-US" dirty="0"/>
              <a:t> </a:t>
            </a:r>
            <a:r>
              <a:rPr lang="en-US" dirty="0" err="1"/>
              <a:t>teorijski</a:t>
            </a:r>
            <a:r>
              <a:rPr lang="en-US" dirty="0"/>
              <a:t> ne bi </a:t>
            </a:r>
            <a:r>
              <a:rPr lang="en-US" dirty="0" err="1"/>
              <a:t>trebao</a:t>
            </a:r>
            <a:r>
              <a:rPr lang="en-US" dirty="0"/>
              <a:t> </a:t>
            </a:r>
            <a:r>
              <a:rPr lang="en-US" dirty="0" err="1"/>
              <a:t>značajno</a:t>
            </a:r>
            <a:r>
              <a:rPr lang="en-US" dirty="0"/>
              <a:t> </a:t>
            </a:r>
            <a:r>
              <a:rPr lang="en-US" dirty="0" err="1"/>
              <a:t>utjecati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rezultate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184923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CE29B-4DCC-472C-8716-0E4236202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Podaci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49CA4-95EA-4E69-8738-C94E406BBF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Korišten</a:t>
            </a:r>
            <a:r>
              <a:rPr lang="en-US" dirty="0"/>
              <a:t> je </a:t>
            </a:r>
            <a:r>
              <a:rPr lang="en-US" dirty="0" err="1"/>
              <a:t>javno</a:t>
            </a:r>
            <a:r>
              <a:rPr lang="en-US" dirty="0"/>
              <a:t> </a:t>
            </a:r>
            <a:r>
              <a:rPr lang="en-US" dirty="0" err="1"/>
              <a:t>dostupan</a:t>
            </a:r>
            <a:r>
              <a:rPr lang="en-US" dirty="0"/>
              <a:t> </a:t>
            </a:r>
            <a:r>
              <a:rPr lang="en-US" dirty="0" err="1"/>
              <a:t>skup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IQ-OTH/NCCD (</a:t>
            </a:r>
            <a:r>
              <a:rPr lang="en-US" dirty="0" err="1"/>
              <a:t>engl.</a:t>
            </a:r>
            <a:r>
              <a:rPr lang="en-US" dirty="0"/>
              <a:t> </a:t>
            </a:r>
            <a:r>
              <a:rPr lang="en-US" i="1" dirty="0"/>
              <a:t>Iraq-Oncology Teaching Hospital / National Center for Cancer Diseases</a:t>
            </a:r>
            <a:r>
              <a:rPr lang="en-US" dirty="0"/>
              <a:t>), </a:t>
            </a:r>
            <a:r>
              <a:rPr lang="en-US" dirty="0" err="1"/>
              <a:t>preuzet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Kaggle </a:t>
            </a:r>
            <a:r>
              <a:rPr lang="en-US" dirty="0" err="1"/>
              <a:t>platforme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Skup</a:t>
            </a:r>
            <a:r>
              <a:rPr lang="en-US" dirty="0"/>
              <a:t> </a:t>
            </a:r>
            <a:r>
              <a:rPr lang="en-US" dirty="0" err="1"/>
              <a:t>sadrži</a:t>
            </a:r>
            <a:r>
              <a:rPr lang="en-US" dirty="0"/>
              <a:t> 110 </a:t>
            </a:r>
            <a:r>
              <a:rPr lang="en-US" dirty="0" err="1"/>
              <a:t>slučajeva</a:t>
            </a:r>
            <a:r>
              <a:rPr lang="en-US" dirty="0"/>
              <a:t>, </a:t>
            </a:r>
            <a:r>
              <a:rPr lang="en-US" dirty="0" err="1"/>
              <a:t>iz</a:t>
            </a:r>
            <a:r>
              <a:rPr lang="en-US" dirty="0"/>
              <a:t> </a:t>
            </a:r>
            <a:r>
              <a:rPr lang="en-US" dirty="0" err="1"/>
              <a:t>kojih</a:t>
            </a:r>
            <a:r>
              <a:rPr lang="en-US" dirty="0"/>
              <a:t> je </a:t>
            </a:r>
            <a:r>
              <a:rPr lang="en-US" dirty="0" err="1"/>
              <a:t>izdvojeno</a:t>
            </a:r>
            <a:r>
              <a:rPr lang="en-US" dirty="0"/>
              <a:t> 1097 </a:t>
            </a:r>
            <a:r>
              <a:rPr lang="en-US" dirty="0" err="1"/>
              <a:t>slika</a:t>
            </a:r>
            <a:r>
              <a:rPr lang="en-US" dirty="0"/>
              <a:t>, </a:t>
            </a:r>
            <a:r>
              <a:rPr lang="en-US" dirty="0" err="1"/>
              <a:t>grupisanih</a:t>
            </a:r>
            <a:r>
              <a:rPr lang="en-US" dirty="0"/>
              <a:t> u tri </a:t>
            </a:r>
            <a:r>
              <a:rPr lang="en-US" dirty="0" err="1"/>
              <a:t>klase</a:t>
            </a:r>
            <a:r>
              <a:rPr lang="en-US" dirty="0"/>
              <a:t>: </a:t>
            </a:r>
          </a:p>
          <a:p>
            <a:r>
              <a:rPr lang="en-US" dirty="0" err="1"/>
              <a:t>Maligno</a:t>
            </a:r>
            <a:r>
              <a:rPr lang="en-US" dirty="0"/>
              <a:t>: 40 </a:t>
            </a:r>
            <a:r>
              <a:rPr lang="en-US" dirty="0" err="1"/>
              <a:t>slučajeva</a:t>
            </a:r>
            <a:endParaRPr lang="en-US" dirty="0"/>
          </a:p>
          <a:p>
            <a:r>
              <a:rPr lang="en-US" dirty="0" err="1"/>
              <a:t>Benigno</a:t>
            </a:r>
            <a:r>
              <a:rPr lang="en-US" dirty="0"/>
              <a:t>: 15 </a:t>
            </a:r>
            <a:r>
              <a:rPr lang="en-US" dirty="0" err="1"/>
              <a:t>slučajeva</a:t>
            </a:r>
            <a:endParaRPr lang="en-US" dirty="0"/>
          </a:p>
          <a:p>
            <a:r>
              <a:rPr lang="en-US" dirty="0" err="1"/>
              <a:t>Normalno</a:t>
            </a:r>
            <a:r>
              <a:rPr lang="en-US" dirty="0"/>
              <a:t>: 55 </a:t>
            </a:r>
            <a:r>
              <a:rPr lang="en-US" dirty="0" err="1"/>
              <a:t>slučajeva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3054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D66E3-E65B-4C1C-A898-C193B8AD7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Podjela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E8AA96-E28E-4CAE-8775-04F1D24AA9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3532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2994B-8B2B-4805-ADBB-2737DB2F4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Arhitektura</a:t>
            </a:r>
            <a:r>
              <a:rPr lang="en-US" dirty="0"/>
              <a:t> CNN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96351B-9930-4AAD-8CF3-F9E9D24CA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Implementirana</a:t>
            </a:r>
            <a:r>
              <a:rPr lang="en-US" dirty="0"/>
              <a:t> </a:t>
            </a:r>
            <a:r>
              <a:rPr lang="en-US" dirty="0" err="1"/>
              <a:t>konvoluciona</a:t>
            </a:r>
            <a:r>
              <a:rPr lang="en-US" dirty="0"/>
              <a:t> </a:t>
            </a:r>
            <a:r>
              <a:rPr lang="en-US" dirty="0" err="1"/>
              <a:t>neuronska</a:t>
            </a:r>
            <a:r>
              <a:rPr lang="en-US" dirty="0"/>
              <a:t> </a:t>
            </a:r>
            <a:r>
              <a:rPr lang="en-US" dirty="0" err="1"/>
              <a:t>mreža</a:t>
            </a:r>
            <a:r>
              <a:rPr lang="en-US" dirty="0"/>
              <a:t> se </a:t>
            </a:r>
            <a:r>
              <a:rPr lang="en-US" dirty="0" err="1"/>
              <a:t>sastoji</a:t>
            </a:r>
            <a:r>
              <a:rPr lang="en-US" dirty="0"/>
              <a:t> od </a:t>
            </a:r>
            <a:r>
              <a:rPr lang="en-US" dirty="0" err="1"/>
              <a:t>slijedećih</a:t>
            </a:r>
            <a:r>
              <a:rPr lang="en-US" dirty="0"/>
              <a:t> </a:t>
            </a:r>
            <a:r>
              <a:rPr lang="en-US" dirty="0" err="1"/>
              <a:t>slojeva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18894779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2723</TotalTime>
  <Words>789</Words>
  <Application>Microsoft Office PowerPoint</Application>
  <PresentationFormat>Widescreen</PresentationFormat>
  <Paragraphs>52</Paragraphs>
  <Slides>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Times New Roman</vt:lpstr>
      <vt:lpstr>Office Theme</vt:lpstr>
      <vt:lpstr> UNIVERZITET U TUZLI FAKULTET ELEKTROTEHNIKE  Uporedna analiza Python i .NET okruženja za treniranje modela dubokog učenja na primjeru detekcije raka pluća  Student: Omar Kurtović Mentor: dr.sci. Damir Demirović, vanr.prof. Tuzla, August 2026. godine</vt:lpstr>
      <vt:lpstr>Cilj rada</vt:lpstr>
      <vt:lpstr>Opis problema</vt:lpstr>
      <vt:lpstr>Implementacija </vt:lpstr>
      <vt:lpstr>Podaci</vt:lpstr>
      <vt:lpstr>Podjela </vt:lpstr>
      <vt:lpstr>Arhitektura CNN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Komparativna analiza ML metodologija</dc:title>
  <dc:creator>Administrator</dc:creator>
  <cp:lastModifiedBy>Administrator</cp:lastModifiedBy>
  <cp:revision>35</cp:revision>
  <dcterms:created xsi:type="dcterms:W3CDTF">2026-05-21T11:24:01Z</dcterms:created>
  <dcterms:modified xsi:type="dcterms:W3CDTF">2026-08-18T17:21:02Z</dcterms:modified>
</cp:coreProperties>
</file>